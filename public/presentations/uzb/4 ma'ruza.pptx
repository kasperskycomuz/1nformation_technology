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68" r:id="rId18"/>
    <p:sldId id="269" r:id="rId19"/>
    <p:sldId id="270" r:id="rId20"/>
    <p:sldId id="265" r:id="rId21"/>
  </p:sldIdLst>
  <p:sldSz cx="9144000" cy="6858000" type="screen4x3"/>
  <p:notesSz cx="6858000" cy="9144000"/>
  <p:defaultTextStyle>
    <a:defPPr>
      <a:defRPr lang="u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5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4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</a:t>
            </a:r>
            <a:r>
              <a:rPr dirty="0" err="1"/>
              <a:t>lektron</a:t>
            </a:r>
            <a:r>
              <a:rPr dirty="0"/>
              <a:t> </a:t>
            </a:r>
            <a:r>
              <a:rPr lang="en-US" dirty="0" err="1"/>
              <a:t>ta’lim</a:t>
            </a:r>
            <a:r>
              <a:rPr lang="en-US" dirty="0"/>
              <a:t> </a:t>
            </a:r>
            <a:r>
              <a:rPr lang="en-US" dirty="0" err="1"/>
              <a:t>vositalari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64971"/>
            <a:ext cx="8229600" cy="3361192"/>
          </a:xfrm>
        </p:spPr>
        <p:txBody>
          <a:bodyPr/>
          <a:lstStyle/>
          <a:p>
            <a:r>
              <a:rPr lang="en-US" dirty="0"/>
              <a:t>Hot potatoes</a:t>
            </a:r>
            <a:r>
              <a:rPr dirty="0"/>
              <a:t>| </a:t>
            </a:r>
            <a:r>
              <a:rPr dirty="0" err="1"/>
              <a:t>iSpring</a:t>
            </a:r>
            <a:r>
              <a:rPr dirty="0"/>
              <a:t> | Ilovalar o'rganish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E-learning nima?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E-learning – ta’lim jarayonini tashkil etishda raqamli texnologiyalar va internet resurslaridan foydalanishdir.</a:t>
            </a:r>
          </a:p>
          <a:p>
            <a:endParaRPr/>
          </a:p>
          <a:p>
            <a:r>
              <a:t>📘 Masofaviy ta'lim olish imkonini beradi.</a:t>
            </a:r>
          </a:p>
          <a:p>
            <a:r>
              <a:t>💻 Interaktivlik va vizualizatsiyani qo'llab-quvvatlaydi.</a:t>
            </a:r>
          </a:p>
          <a:p>
            <a:r>
              <a:t>🌐 Onlayn kurslar, testlar va taqdimotlar uchun foydalaniladi.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251520" y="750130"/>
            <a:ext cx="8435323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z" sz="2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Zamonaviy elektron ta'lim vositalari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8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7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z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kompyuter simulyatorlari;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z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sinov va nazorat dasturlari;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z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o'yinga asoslangan ta'lim dasturlari;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z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elektron darsliklar;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z" sz="2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multimedia resurslari </a:t>
            </a:r>
            <a:r>
              <a:rPr kumimoji="0" lang="uz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to'plami ;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z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ma'lumotnomalar va ensiklopediyalar.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323528" y="156324"/>
            <a:ext cx="8496944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z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Foydalanish sabablari</a:t>
            </a:r>
          </a:p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z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elektron ta'lim vositalari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Ruhiy jarayonlarni faollashtirish: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(idrok, e'tibor, xotira, fikrlash)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Kognitiv qiziqishni faollashtirish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Bolalarning qiziqishlaridan foydalanish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Ko'rgazmali qurollardan foydalanish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Faol ta'lim usullari doirasini kengaytirish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Ta'lim mazmunining xilma-xilligi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Taqdim etish shakli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79512" y="356545"/>
            <a:ext cx="7175362" cy="5083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ETV </a:t>
            </a:r>
            <a:r>
              <a:rPr lang="uz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yordamida dars tuzilishi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8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  <a:ea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Tashkiliy vaqt: </a:t>
            </a:r>
            <a:r>
              <a:rPr lang="uz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1-2 </a:t>
            </a: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daqiqa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Bosma o'quv materiallari bilan ishlash: </a:t>
            </a:r>
            <a:r>
              <a:rPr lang="uz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5-8 </a:t>
            </a: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daqiqa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Jismoniy mashqlar: </a:t>
            </a:r>
            <a:r>
              <a:rPr lang="uz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1-2 </a:t>
            </a: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daqiqa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Kompyuterda ishlash: </a:t>
            </a:r>
            <a:r>
              <a:rPr lang="uz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10-15 </a:t>
            </a: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daqiqa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uz" sz="2600" i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(talabalarning yoshiga qarab)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Bosma o'quv materiallari bilan ishlash: </a:t>
            </a:r>
            <a:r>
              <a:rPr lang="uz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5-10 </a:t>
            </a: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daqiqa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Xulosa: </a:t>
            </a:r>
            <a:r>
              <a:rPr lang="uz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5-10 </a:t>
            </a: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daqiqa.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179512" y="300082"/>
            <a:ext cx="8964488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z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Taqdimotdan foydalanish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Amaliy ishlarni bajarish uchun ko'p vaqtni bo'shatadi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Ko‘rgazmali qurollardan estetik va ixcham foydalanish imkonini beradi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O'qish vaqtini 30% gacha tejaydi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Darsning zichligini oshiradi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Yangi tarkib bilan boyitadi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Talabalarning reaktsiyalarini ko'rish imkoniyatini beradi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Tasvirlangan ob'ektning asosiy xususiyatlarini ajratib ko'rsatish (rangi, shakli, o'lchami va boshqalar).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Ba'zi video qismlari ko'rsatilmoqda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251520" y="584394"/>
            <a:ext cx="8892480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z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Ta'limda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ETV </a:t>
            </a:r>
            <a:r>
              <a:rPr lang="uz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dan foydalanish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z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Jarayonga quyidagilar ta'sir qiladi: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o'quv materialini taqdim etish shakllari va usullari haqida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talabalar va o'qituvchi o'rtasidagi o'zaro munosabatlarning tabiati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darsni bir butun sifatida o'tkazish metodikasi bo'yicha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ta'limning an'anaviy yondashuvlarini almashtirmaydi, balki ularning samaradorligini oshiradi.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uz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O'rganish uchun motivatsiyani oshiring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Hot Potatoes</a:t>
            </a:r>
            <a:r>
              <a:rPr dirty="0"/>
              <a:t>- </a:t>
            </a:r>
            <a:r>
              <a:rPr dirty="0" err="1"/>
              <a:t>interaktiv</a:t>
            </a:r>
            <a:r>
              <a:rPr dirty="0"/>
              <a:t> </a:t>
            </a:r>
            <a:r>
              <a:rPr dirty="0" err="1"/>
              <a:t>muammolar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Hot Potatoes</a:t>
            </a:r>
            <a:r>
              <a:rPr dirty="0"/>
              <a:t>- </a:t>
            </a:r>
            <a:r>
              <a:rPr dirty="0" err="1"/>
              <a:t>dastur</a:t>
            </a:r>
            <a:r>
              <a:rPr dirty="0"/>
              <a:t> </a:t>
            </a:r>
            <a:r>
              <a:rPr dirty="0" err="1"/>
              <a:t>uchun</a:t>
            </a:r>
            <a:r>
              <a:rPr dirty="0"/>
              <a:t> </a:t>
            </a:r>
            <a:r>
              <a:rPr dirty="0" err="1"/>
              <a:t>yaratish</a:t>
            </a:r>
            <a:r>
              <a:rPr dirty="0"/>
              <a:t> </a:t>
            </a:r>
            <a:r>
              <a:rPr dirty="0" err="1"/>
              <a:t>interaktiv</a:t>
            </a:r>
            <a:r>
              <a:rPr dirty="0"/>
              <a:t> </a:t>
            </a:r>
            <a:r>
              <a:rPr dirty="0" err="1"/>
              <a:t>mashqlar</a:t>
            </a:r>
            <a:r>
              <a:rPr dirty="0"/>
              <a:t> :</a:t>
            </a:r>
          </a:p>
          <a:p>
            <a:r>
              <a:rPr dirty="0"/>
              <a:t>• </a:t>
            </a:r>
            <a:r>
              <a:rPr dirty="0" err="1"/>
              <a:t>Viktorina</a:t>
            </a:r>
          </a:p>
          <a:p>
            <a:r>
              <a:rPr dirty="0"/>
              <a:t>• </a:t>
            </a:r>
            <a:r>
              <a:rPr dirty="0" err="1"/>
              <a:t>Krossvordlar</a:t>
            </a:r>
          </a:p>
          <a:p>
            <a:r>
              <a:rPr dirty="0"/>
              <a:t>• </a:t>
            </a:r>
            <a:r>
              <a:rPr dirty="0" err="1"/>
              <a:t>Moslik</a:t>
            </a:r>
            <a:r>
              <a:rPr lang="en-US" dirty="0"/>
              <a:t> (Match)</a:t>
            </a:r>
            <a:endParaRPr dirty="0"/>
          </a:p>
          <a:p>
            <a:r>
              <a:rPr dirty="0"/>
              <a:t>• </a:t>
            </a:r>
            <a:r>
              <a:rPr dirty="0" err="1"/>
              <a:t>To'ldirishlar</a:t>
            </a:r>
            <a:r>
              <a:rPr dirty="0"/>
              <a:t> </a:t>
            </a:r>
            <a:r>
              <a:rPr dirty="0" err="1"/>
              <a:t>bo'shliq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en-US" dirty="0"/>
              <a:t>(Cloze)</a:t>
            </a:r>
            <a:endParaRPr lang="ru-RU" dirty="0"/>
          </a:p>
          <a:p>
            <a:r>
              <a:rPr lang="uz" dirty="0"/>
              <a:t>Ketma-ket ta'rifi ( </a:t>
            </a:r>
            <a:r>
              <a:rPr lang="en-US" dirty="0"/>
              <a:t>Mix</a:t>
            </a:r>
            <a:r>
              <a:rPr lang="uz" dirty="0"/>
              <a:t>)</a:t>
            </a:r>
            <a:endParaRPr dirty="0"/>
          </a:p>
          <a:p>
            <a:endParaRPr dirty="0"/>
          </a:p>
          <a:p>
            <a:r>
              <a:rPr dirty="0"/>
              <a:t>📊 </a:t>
            </a:r>
            <a:r>
              <a:rPr dirty="0" err="1"/>
              <a:t>Bepul</a:t>
            </a:r>
            <a:r>
              <a:rPr dirty="0"/>
              <a:t> </a:t>
            </a:r>
            <a:r>
              <a:rPr dirty="0" err="1"/>
              <a:t>uchun</a:t>
            </a:r>
            <a:r>
              <a:rPr dirty="0"/>
              <a:t> </a:t>
            </a:r>
            <a:r>
              <a:rPr dirty="0" err="1"/>
              <a:t>tarbiyaviy</a:t>
            </a:r>
            <a:r>
              <a:rPr dirty="0"/>
              <a:t> </a:t>
            </a:r>
            <a:r>
              <a:rPr dirty="0" err="1"/>
              <a:t>maqsadlar </a:t>
            </a:r>
            <a:r>
              <a:rPr dirty="0"/>
              <a:t>, HTML ga </a:t>
            </a:r>
            <a:r>
              <a:rPr dirty="0" err="1"/>
              <a:t>eksport qilish , oddiy</a:t>
            </a:r>
            <a:r>
              <a:rPr dirty="0"/>
              <a:t> </a:t>
            </a:r>
            <a:r>
              <a:rPr dirty="0" err="1"/>
              <a:t>tahrirlash 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 </a:t>
            </a:r>
            <a:r>
              <a:rPr lang="en-US" dirty="0" err="1"/>
              <a:t>Potatoes</a:t>
            </a:r>
            <a:r>
              <a:rPr dirty="0" err="1"/>
              <a:t>namuna</a:t>
            </a:r>
            <a:r>
              <a:rPr dirty="0"/>
              <a:t> </a:t>
            </a:r>
            <a:r>
              <a:rPr dirty="0" err="1"/>
              <a:t>vazifalari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"To'g'ri javobni tanlang" mashqi - variantlardan iborat test.</a:t>
            </a:r>
          </a:p>
          <a:p>
            <a:r>
              <a:t>🔹 "Bo'sh joyni to'ldiring" - atamalar bo'yicha bilimingizni tekshiradi.</a:t>
            </a:r>
          </a:p>
          <a:p>
            <a:r>
              <a:t>🔹 "Juftlarni moslash" assotsiativ fikrlash uchun mashqdir.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iSpring - elektron ta'lim kursini yaratish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iSpring Suite to'g'ridan-to'g'ri PowerPoint-da kurslar va testlarni yaratish uchun professional vositadir.</a:t>
            </a:r>
          </a:p>
          <a:p>
            <a:endParaRPr/>
          </a:p>
          <a:p>
            <a:r>
              <a:t>🧩 Xususiyatlari:</a:t>
            </a:r>
          </a:p>
          <a:p>
            <a:r>
              <a:t>• Taqdimotlarni SCORM kurslariga aylantirish</a:t>
            </a:r>
          </a:p>
          <a:p>
            <a:r>
              <a:t>• Test va so'rovnomalarni yaratish</a:t>
            </a:r>
          </a:p>
          <a:p>
            <a:r>
              <a:t>• Video, audio, animatsiya qo'shish</a:t>
            </a:r>
          </a:p>
          <a:p>
            <a:r>
              <a:t>• Moodle bilan integratsiya va boshqalar.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iSpring-ning afzalliklari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Foydalanish qulayligi</a:t>
            </a:r>
          </a:p>
          <a:p>
            <a:r>
              <a:t>✔ Interfaol stsenariylarni qo'llab-quvvatlash</a:t>
            </a:r>
          </a:p>
          <a:p>
            <a:r>
              <a:t>✔ Masofaviy ta'lim uchun javob beradi</a:t>
            </a:r>
          </a:p>
          <a:p>
            <a:r>
              <a:t>✔ Mobil qurilmalarni qo'llab-quvvatlash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Apps Learn — mobil oʻrganish ilovalari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Apps Learn -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onlayn</a:t>
            </a:r>
            <a:r>
              <a:rPr dirty="0"/>
              <a:t> </a:t>
            </a:r>
            <a:r>
              <a:rPr dirty="0" err="1"/>
              <a:t>ta'lim</a:t>
            </a:r>
            <a:r>
              <a:rPr dirty="0"/>
              <a:t> </a:t>
            </a:r>
            <a:r>
              <a:rPr dirty="0" err="1"/>
              <a:t>uchun</a:t>
            </a:r>
            <a:r>
              <a:rPr dirty="0"/>
              <a:t> </a:t>
            </a:r>
            <a:r>
              <a:rPr dirty="0" err="1"/>
              <a:t>zamonaviy</a:t>
            </a:r>
            <a:r>
              <a:rPr dirty="0"/>
              <a:t> </a:t>
            </a:r>
            <a:r>
              <a:rPr dirty="0" err="1"/>
              <a:t>mobil</a:t>
            </a:r>
            <a:r>
              <a:rPr dirty="0"/>
              <a:t> </a:t>
            </a:r>
            <a:r>
              <a:rPr dirty="0" err="1"/>
              <a:t>ilova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📱 </a:t>
            </a:r>
            <a:r>
              <a:rPr dirty="0" err="1"/>
              <a:t>Xususiyatlari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Telefoningizdan</a:t>
            </a:r>
            <a:r>
              <a:rPr dirty="0"/>
              <a:t> </a:t>
            </a:r>
            <a:r>
              <a:rPr dirty="0" err="1"/>
              <a:t>o'quv</a:t>
            </a:r>
            <a:r>
              <a:rPr dirty="0"/>
              <a:t> </a:t>
            </a:r>
            <a:r>
              <a:rPr dirty="0" err="1"/>
              <a:t>materiallariga</a:t>
            </a:r>
            <a:r>
              <a:rPr dirty="0"/>
              <a:t> </a:t>
            </a:r>
            <a:r>
              <a:rPr dirty="0" err="1"/>
              <a:t>kirish</a:t>
            </a:r>
            <a:endParaRPr dirty="0"/>
          </a:p>
          <a:p>
            <a:r>
              <a:rPr dirty="0"/>
              <a:t>• </a:t>
            </a:r>
            <a:r>
              <a:rPr dirty="0" err="1"/>
              <a:t>Interaktiv</a:t>
            </a:r>
            <a:r>
              <a:rPr dirty="0"/>
              <a:t> </a:t>
            </a:r>
            <a:r>
              <a:rPr dirty="0" err="1"/>
              <a:t>testlar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kartalar</a:t>
            </a:r>
            <a:endParaRPr dirty="0"/>
          </a:p>
          <a:p>
            <a:r>
              <a:rPr dirty="0"/>
              <a:t>• </a:t>
            </a:r>
            <a:r>
              <a:rPr dirty="0" err="1"/>
              <a:t>Gamifikatsiya</a:t>
            </a:r>
            <a:r>
              <a:rPr dirty="0"/>
              <a:t> (</a:t>
            </a:r>
            <a:r>
              <a:rPr dirty="0" err="1"/>
              <a:t>ballar</a:t>
            </a:r>
            <a:r>
              <a:rPr dirty="0"/>
              <a:t>, </a:t>
            </a:r>
            <a:r>
              <a:rPr dirty="0" err="1"/>
              <a:t>darajalar</a:t>
            </a:r>
            <a:r>
              <a:rPr dirty="0"/>
              <a:t>, </a:t>
            </a:r>
            <a:r>
              <a:rPr dirty="0" err="1"/>
              <a:t>yutuqlar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Mashhur ilovalarga misollar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Duolingo – tillarni oson yo‘l bilan o‘rganish</a:t>
            </a:r>
          </a:p>
          <a:p>
            <a:r>
              <a:t>• Quizlet – xotira kartalari va testlar</a:t>
            </a:r>
          </a:p>
          <a:p>
            <a:r>
              <a:t>• Kahoot! - interaktiv viktorinalar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Taqqoslash jadvali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 Potatoes - Interaktiv harakatlar, HTML eksporti</a:t>
            </a:r>
          </a:p>
          <a:p>
            <a:endParaRPr/>
          </a:p>
          <a:p>
            <a:r>
              <a:t>iSpring - PowerPoint-da kurslar va testlar</a:t>
            </a:r>
          </a:p>
          <a:p>
            <a:endParaRPr/>
          </a:p>
          <a:p>
            <a:r>
              <a:t>Apps Learn — mobil ilovalar, oʻyinlar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LearningApps.org - Interaktiv onlayn mashqlar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LearningApps.org - bu interaktiv ta'lim faoliyatini yaratish, almashish va foydalanish uchun bepul onlayn platforma.</a:t>
            </a:r>
          </a:p>
          <a:p>
            <a:endParaRPr/>
          </a:p>
          <a:p>
            <a:r>
              <a:t>🎓 O'rganishni qiziqarli, vizual va faol qilishga yordam beradi.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Asosiy xususiyatlar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🖋 Interfaol tadbirlar yarating (viktorinalar, krossvordlar, mos keladigan oʻyinlar, boshqotirmalar va h.k.)</a:t>
            </a:r>
          </a:p>
          <a:p>
            <a:r>
              <a:t>🌐 Dasturlarni o'rnatmasdan onlayn kirish</a:t>
            </a:r>
          </a:p>
          <a:p>
            <a:r>
              <a:t>💾 Tayyor mashqlarning katta kutubxonasi</a:t>
            </a:r>
          </a:p>
          <a:p>
            <a:r>
              <a:t>🧑‍🏫 Moodle, veb-saytlar, bloglarga ulashish va joylashtirish</a:t>
            </a:r>
          </a:p>
          <a:p>
            <a:r>
              <a:t>📱 Kompyuterlar, planshetlar va smartfonlarni qo'llab-quvvatlash</a:t>
            </a:r>
          </a:p>
          <a:p>
            <a:r>
              <a:t>🌍 Ko'p tilli interfeys (rus, ingliz, o'zbek va boshqalar)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O'qituvchilar va talabalar uchun imtiyozlar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Talabalarning motivatsiyasi va faolligini oshiradi</a:t>
            </a:r>
          </a:p>
          <a:p>
            <a:r>
              <a:t>✔ O'z bilimingizni o'yinga o'xshash formatda sinab ko'ring</a:t>
            </a:r>
          </a:p>
          <a:p>
            <a:r>
              <a:t>✔ Dasturlash ko'nikmalarisiz testlarni yaratish oson</a:t>
            </a:r>
          </a:p>
          <a:p>
            <a:r>
              <a:t>✔ Zamonaviy va interaktiv ta'lim formati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Vazifa turlariga misollar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Viktorina - To'g'ri javobni tanlang</a:t>
            </a:r>
          </a:p>
          <a:p>
            <a:r>
              <a:t>🔹 yonma-yon joylashtirish - elementlarning bog'lanishi</a:t>
            </a:r>
          </a:p>
          <a:p>
            <a:r>
              <a:t>🔹 Bo'sh joyni to'ldiring - terminologiya tekshiruvi</a:t>
            </a:r>
          </a:p>
          <a:p>
            <a:r>
              <a:t>🔹 Krossvord – mantiq va xotirani rivojlantirish</a:t>
            </a:r>
          </a:p>
          <a:p>
            <a:r>
              <a:t>🔹 Puzzle - rasm yoki matnni yig'ish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LearningApps.org dan foydalanish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📘 Learnapps.org saytida roʻyxatdan oʻting</a:t>
            </a:r>
          </a:p>
          <a:p>
            <a:r>
              <a:t>🧩 Mashq shablonini tanlang</a:t>
            </a:r>
          </a:p>
          <a:p>
            <a:r>
              <a:t>✏️ Savollaringiz, rasmlaringiz va javoblaringizni qo'shing</a:t>
            </a:r>
          </a:p>
          <a:p>
            <a:r>
              <a:t>💡 Havolani baham ko'ring yoki topshiriqni LMS-ga joylashtiring</a:t>
            </a:r>
          </a:p>
          <a:p>
            <a:endParaRPr/>
          </a:p>
          <a:p>
            <a:r>
              <a:t>✅ Masofaviy va aralash ta'lim uchun oddiy va samarali vosita.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📚 Elektron o'quv vositalari jarayonni amalga oshiradi:</a:t>
            </a:r>
          </a:p>
          <a:p>
            <a:r>
              <a:t>• Interaktiv</a:t>
            </a:r>
          </a:p>
          <a:p>
            <a:r>
              <a:t>• Moslashuvchan</a:t>
            </a:r>
          </a:p>
          <a:p>
            <a:r>
              <a:t>• Rag'batlantirish</a:t>
            </a:r>
          </a:p>
          <a:p>
            <a:endParaRPr/>
          </a:p>
          <a:p>
            <a:r>
              <a:t>💡 Hot Potatoes, iSpring va Apps Learn zamonaviy ta’lim uchun zarur vositalardir.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738</Words>
  <Application>Microsoft Office PowerPoint</Application>
  <PresentationFormat>Экран (4:3)</PresentationFormat>
  <Paragraphs>131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Book Antiqua</vt:lpstr>
      <vt:lpstr>Calibri</vt:lpstr>
      <vt:lpstr>Times New Roman</vt:lpstr>
      <vt:lpstr>Office Theme</vt:lpstr>
      <vt:lpstr>Elektron ta’lim vositalari</vt:lpstr>
      <vt:lpstr>E-learning nima?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Hot Potatoes- interaktiv muammolar</vt:lpstr>
      <vt:lpstr>Hot Potatoesnamuna vazifalari</vt:lpstr>
      <vt:lpstr>iSpring - elektron ta'lim kursini yaratish</vt:lpstr>
      <vt:lpstr>iSpring-ning afzalliklari</vt:lpstr>
      <vt:lpstr>Apps Learn — mobil oʻrganish ilovalari</vt:lpstr>
      <vt:lpstr>Mashhur ilovalarga misollar</vt:lpstr>
      <vt:lpstr>Taqqoslash jadvali</vt:lpstr>
      <vt:lpstr>LearningApps.org - Interaktiv onlayn mashqlar</vt:lpstr>
      <vt:lpstr>Asosiy xususiyatlar</vt:lpstr>
      <vt:lpstr>O'qituvchilar va talabalar uchun imtiyozlar</vt:lpstr>
      <vt:lpstr>Vazifa turlariga misollar</vt:lpstr>
      <vt:lpstr>LearningApps.org dan foydalanish</vt:lpstr>
      <vt:lpstr>Xulosa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Средства электронного обучения</dc:title>
  <dc:subject/>
  <dc:creator/>
  <cp:keywords/>
  <dc:description>generated using python-pptx</dc:description>
  <cp:lastModifiedBy>Kibriyo</cp:lastModifiedBy>
  <cp:revision>5</cp:revision>
  <dcterms:created xsi:type="dcterms:W3CDTF">2013-01-27T09:14:16Z</dcterms:created>
  <dcterms:modified xsi:type="dcterms:W3CDTF">2025-10-25T09:15:01Z</dcterms:modified>
  <cp:category/>
</cp:coreProperties>
</file>