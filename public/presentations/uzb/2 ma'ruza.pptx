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0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2" r:id="rId15"/>
    <p:sldId id="275" r:id="rId16"/>
    <p:sldId id="274" r:id="rId17"/>
    <p:sldId id="277" r:id="rId18"/>
    <p:sldId id="276" r:id="rId19"/>
  </p:sldIdLst>
  <p:sldSz cx="9144000" cy="6858000" type="screen4x3"/>
  <p:notesSz cx="6858000" cy="9144000"/>
  <p:defaultTextStyle>
    <a:defPPr>
      <a:defRPr lang="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1F4FF"/>
    <a:srgbClr val="FFFF99"/>
    <a:srgbClr val="0066CC"/>
    <a:srgbClr val="339933"/>
    <a:srgbClr val="00CC00"/>
    <a:srgbClr val="6699FF"/>
    <a:srgbClr val="CC99FF"/>
    <a:srgbClr val="CC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1" autoAdjust="0"/>
    <p:restoredTop sz="89785" autoAdjust="0"/>
  </p:normalViewPr>
  <p:slideViewPr>
    <p:cSldViewPr>
      <p:cViewPr varScale="1">
        <p:scale>
          <a:sx n="57" d="100"/>
          <a:sy n="57" d="100"/>
        </p:scale>
        <p:origin x="1424" y="32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8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93F699-AE56-462B-A42C-BDA63FF62DD0}" type="doc">
      <dgm:prSet loTypeId="urn:microsoft.com/office/officeart/2005/8/layout/list1" loCatId="list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07DC9363-10A6-43EC-9930-7FD6899CCDE0}">
      <dgm:prSet phldrT="[Текст]"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Matn va grafik muharrirlar va jarayonlar</a:t>
          </a:r>
        </a:p>
      </dgm:t>
    </dgm:pt>
    <dgm:pt modelId="{DB33028E-7E18-461A-B4DB-5B0A055FB16B}" type="parTrans" cxnId="{E1126BA2-1B80-4114-97ED-BA31B8A5B8F0}">
      <dgm:prSet/>
      <dgm:spPr/>
      <dgm:t>
        <a:bodyPr/>
        <a:lstStyle/>
        <a:p>
          <a:endParaRPr lang="ru-RU"/>
        </a:p>
      </dgm:t>
    </dgm:pt>
    <dgm:pt modelId="{6517E523-C544-40DD-AF1D-78B7EAD844BB}" type="sibTrans" cxnId="{E1126BA2-1B80-4114-97ED-BA31B8A5B8F0}">
      <dgm:prSet/>
      <dgm:spPr/>
      <dgm:t>
        <a:bodyPr/>
        <a:lstStyle/>
        <a:p>
          <a:endParaRPr lang="ru-RU"/>
        </a:p>
      </dgm:t>
    </dgm:pt>
    <dgm:pt modelId="{03D94541-9382-455B-BA3F-6CEB23BAC95E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Matnli hujjatlarni qayta ishlash uchun dasturlar.</a:t>
          </a:r>
        </a:p>
      </dgm:t>
    </dgm:pt>
    <dgm:pt modelId="{BC6F4723-3EA0-4918-8774-6863C72391B6}" type="parTrans" cxnId="{CF0704EB-ED24-4877-A5F2-1235B3E8E231}">
      <dgm:prSet/>
      <dgm:spPr/>
      <dgm:t>
        <a:bodyPr/>
        <a:lstStyle/>
        <a:p>
          <a:endParaRPr lang="ru-RU"/>
        </a:p>
      </dgm:t>
    </dgm:pt>
    <dgm:pt modelId="{E1112520-5111-4AA6-A097-4505CA26DD61}" type="sibTrans" cxnId="{CF0704EB-ED24-4877-A5F2-1235B3E8E231}">
      <dgm:prSet/>
      <dgm:spPr/>
      <dgm:t>
        <a:bodyPr/>
        <a:lstStyle/>
        <a:p>
          <a:endParaRPr lang="ru-RU"/>
        </a:p>
      </dgm:t>
    </dgm:pt>
    <dgm:pt modelId="{1EA43020-6589-496C-A921-6A96175935A3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Elektron jadvallar</a:t>
          </a:r>
        </a:p>
      </dgm:t>
    </dgm:pt>
    <dgm:pt modelId="{8547B80A-8542-4E28-9FE5-69F29F58D000}" type="parTrans" cxnId="{F374642A-3AC9-45CB-8A95-112DB21CAA3A}">
      <dgm:prSet/>
      <dgm:spPr/>
      <dgm:t>
        <a:bodyPr/>
        <a:lstStyle/>
        <a:p>
          <a:endParaRPr lang="ru-RU"/>
        </a:p>
      </dgm:t>
    </dgm:pt>
    <dgm:pt modelId="{8301163E-AE6C-48AD-B4F6-44837885358D}" type="sibTrans" cxnId="{F374642A-3AC9-45CB-8A95-112DB21CAA3A}">
      <dgm:prSet/>
      <dgm:spPr/>
      <dgm:t>
        <a:bodyPr/>
        <a:lstStyle/>
        <a:p>
          <a:endParaRPr lang="ru-RU"/>
        </a:p>
      </dgm:t>
    </dgm:pt>
    <dgm:pt modelId="{583BDC1A-A4D8-4D8B-B81A-53B9F82341BA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Ma'lumotlar bazasini boshqarish tizimlari</a:t>
          </a:r>
        </a:p>
      </dgm:t>
    </dgm:pt>
    <dgm:pt modelId="{633A5F1B-15B7-43D8-B47D-66689D3502BF}" type="parTrans" cxnId="{3CA0F1D3-3271-4958-8F54-183BF6251BE3}">
      <dgm:prSet/>
      <dgm:spPr/>
      <dgm:t>
        <a:bodyPr/>
        <a:lstStyle/>
        <a:p>
          <a:endParaRPr lang="ru-RU"/>
        </a:p>
      </dgm:t>
    </dgm:pt>
    <dgm:pt modelId="{1F2E16FB-48B2-474B-8645-812D344C02B4}" type="sibTrans" cxnId="{3CA0F1D3-3271-4958-8F54-183BF6251BE3}">
      <dgm:prSet/>
      <dgm:spPr/>
      <dgm:t>
        <a:bodyPr/>
        <a:lstStyle/>
        <a:p>
          <a:endParaRPr lang="ru-RU"/>
        </a:p>
      </dgm:t>
    </dgm:pt>
    <dgm:pt modelId="{1516D263-61F4-4A8B-9224-862FE754DFFF}" type="pres">
      <dgm:prSet presAssocID="{AA93F699-AE56-462B-A42C-BDA63FF62DD0}" presName="linear" presStyleCnt="0">
        <dgm:presLayoutVars>
          <dgm:dir/>
          <dgm:animLvl val="lvl"/>
          <dgm:resizeHandles val="exact"/>
        </dgm:presLayoutVars>
      </dgm:prSet>
      <dgm:spPr/>
    </dgm:pt>
    <dgm:pt modelId="{C4D5974C-A6E6-44F0-8C46-3C83F07080FE}" type="pres">
      <dgm:prSet presAssocID="{07DC9363-10A6-43EC-9930-7FD6899CCDE0}" presName="parentLin" presStyleCnt="0"/>
      <dgm:spPr/>
    </dgm:pt>
    <dgm:pt modelId="{55DB2876-F6D3-4A21-AF71-A8F4E438833F}" type="pres">
      <dgm:prSet presAssocID="{07DC9363-10A6-43EC-9930-7FD6899CCDE0}" presName="parentLeftMargin" presStyleLbl="node1" presStyleIdx="0" presStyleCnt="4"/>
      <dgm:spPr/>
    </dgm:pt>
    <dgm:pt modelId="{4B4DEA95-8104-4281-9382-247D95F376B1}" type="pres">
      <dgm:prSet presAssocID="{07DC9363-10A6-43EC-9930-7FD6899CCDE0}" presName="parentText" presStyleLbl="node1" presStyleIdx="0" presStyleCnt="4" custScaleX="127329">
        <dgm:presLayoutVars>
          <dgm:chMax val="0"/>
          <dgm:bulletEnabled val="1"/>
        </dgm:presLayoutVars>
      </dgm:prSet>
      <dgm:spPr/>
    </dgm:pt>
    <dgm:pt modelId="{C3173B53-A0EC-4DEB-89A8-830D1DB8ED0D}" type="pres">
      <dgm:prSet presAssocID="{07DC9363-10A6-43EC-9930-7FD6899CCDE0}" presName="negativeSpace" presStyleCnt="0"/>
      <dgm:spPr/>
    </dgm:pt>
    <dgm:pt modelId="{879BDBC2-49E0-465D-9AE7-BC6DC9874D56}" type="pres">
      <dgm:prSet presAssocID="{07DC9363-10A6-43EC-9930-7FD6899CCDE0}" presName="childText" presStyleLbl="conFgAcc1" presStyleIdx="0" presStyleCnt="4">
        <dgm:presLayoutVars>
          <dgm:bulletEnabled val="1"/>
        </dgm:presLayoutVars>
      </dgm:prSet>
      <dgm:spPr/>
    </dgm:pt>
    <dgm:pt modelId="{0891653A-2999-437E-9E78-B92D47715F75}" type="pres">
      <dgm:prSet presAssocID="{6517E523-C544-40DD-AF1D-78B7EAD844BB}" presName="spaceBetweenRectangles" presStyleCnt="0"/>
      <dgm:spPr/>
    </dgm:pt>
    <dgm:pt modelId="{378C4D9F-4922-420E-8E39-E9C401358069}" type="pres">
      <dgm:prSet presAssocID="{03D94541-9382-455B-BA3F-6CEB23BAC95E}" presName="parentLin" presStyleCnt="0"/>
      <dgm:spPr/>
    </dgm:pt>
    <dgm:pt modelId="{DDCE63E2-D233-448D-9048-E1031051A7A7}" type="pres">
      <dgm:prSet presAssocID="{03D94541-9382-455B-BA3F-6CEB23BAC95E}" presName="parentLeftMargin" presStyleLbl="node1" presStyleIdx="0" presStyleCnt="4"/>
      <dgm:spPr/>
    </dgm:pt>
    <dgm:pt modelId="{7B0351B8-A855-4117-825A-99A178768335}" type="pres">
      <dgm:prSet presAssocID="{03D94541-9382-455B-BA3F-6CEB23BAC95E}" presName="parentText" presStyleLbl="node1" presStyleIdx="1" presStyleCnt="4" custScaleX="127329">
        <dgm:presLayoutVars>
          <dgm:chMax val="0"/>
          <dgm:bulletEnabled val="1"/>
        </dgm:presLayoutVars>
      </dgm:prSet>
      <dgm:spPr/>
    </dgm:pt>
    <dgm:pt modelId="{3F669113-C9F9-40D1-A2AF-D425B16B71E9}" type="pres">
      <dgm:prSet presAssocID="{03D94541-9382-455B-BA3F-6CEB23BAC95E}" presName="negativeSpace" presStyleCnt="0"/>
      <dgm:spPr/>
    </dgm:pt>
    <dgm:pt modelId="{4A757979-3395-4A24-A8E8-841AC3A5BDDD}" type="pres">
      <dgm:prSet presAssocID="{03D94541-9382-455B-BA3F-6CEB23BAC95E}" presName="childText" presStyleLbl="conFgAcc1" presStyleIdx="1" presStyleCnt="4">
        <dgm:presLayoutVars>
          <dgm:bulletEnabled val="1"/>
        </dgm:presLayoutVars>
      </dgm:prSet>
      <dgm:spPr/>
    </dgm:pt>
    <dgm:pt modelId="{8B8EED51-C4BE-4D74-BA9E-6C56DF072A5A}" type="pres">
      <dgm:prSet presAssocID="{E1112520-5111-4AA6-A097-4505CA26DD61}" presName="spaceBetweenRectangles" presStyleCnt="0"/>
      <dgm:spPr/>
    </dgm:pt>
    <dgm:pt modelId="{71AA39D7-EE7F-48BA-9FA2-9E293DE42E74}" type="pres">
      <dgm:prSet presAssocID="{1EA43020-6589-496C-A921-6A96175935A3}" presName="parentLin" presStyleCnt="0"/>
      <dgm:spPr/>
    </dgm:pt>
    <dgm:pt modelId="{AA87E013-BE83-409E-8EAB-06C546314E5A}" type="pres">
      <dgm:prSet presAssocID="{1EA43020-6589-496C-A921-6A96175935A3}" presName="parentLeftMargin" presStyleLbl="node1" presStyleIdx="1" presStyleCnt="4"/>
      <dgm:spPr/>
    </dgm:pt>
    <dgm:pt modelId="{3BA6D109-5C62-47D2-A44C-58BD1554BDF0}" type="pres">
      <dgm:prSet presAssocID="{1EA43020-6589-496C-A921-6A96175935A3}" presName="parentText" presStyleLbl="node1" presStyleIdx="2" presStyleCnt="4" custScaleX="127329">
        <dgm:presLayoutVars>
          <dgm:chMax val="0"/>
          <dgm:bulletEnabled val="1"/>
        </dgm:presLayoutVars>
      </dgm:prSet>
      <dgm:spPr/>
    </dgm:pt>
    <dgm:pt modelId="{7EEB78F0-EB10-47BF-A565-E951B6247739}" type="pres">
      <dgm:prSet presAssocID="{1EA43020-6589-496C-A921-6A96175935A3}" presName="negativeSpace" presStyleCnt="0"/>
      <dgm:spPr/>
    </dgm:pt>
    <dgm:pt modelId="{55D42D76-1152-4B03-BD1E-D1A0AE84F82F}" type="pres">
      <dgm:prSet presAssocID="{1EA43020-6589-496C-A921-6A96175935A3}" presName="childText" presStyleLbl="conFgAcc1" presStyleIdx="2" presStyleCnt="4">
        <dgm:presLayoutVars>
          <dgm:bulletEnabled val="1"/>
        </dgm:presLayoutVars>
      </dgm:prSet>
      <dgm:spPr/>
    </dgm:pt>
    <dgm:pt modelId="{16064DFE-70DE-4D05-81C1-4DA32956BBD1}" type="pres">
      <dgm:prSet presAssocID="{8301163E-AE6C-48AD-B4F6-44837885358D}" presName="spaceBetweenRectangles" presStyleCnt="0"/>
      <dgm:spPr/>
    </dgm:pt>
    <dgm:pt modelId="{1507FB4B-B2E5-46E0-B2C4-211E7BBFA459}" type="pres">
      <dgm:prSet presAssocID="{583BDC1A-A4D8-4D8B-B81A-53B9F82341BA}" presName="parentLin" presStyleCnt="0"/>
      <dgm:spPr/>
    </dgm:pt>
    <dgm:pt modelId="{FB80E415-1F16-4EE2-9B67-B86F50A61493}" type="pres">
      <dgm:prSet presAssocID="{583BDC1A-A4D8-4D8B-B81A-53B9F82341BA}" presName="parentLeftMargin" presStyleLbl="node1" presStyleIdx="2" presStyleCnt="4"/>
      <dgm:spPr/>
    </dgm:pt>
    <dgm:pt modelId="{EA2D90F2-37E6-4FC6-979C-6259A32A509A}" type="pres">
      <dgm:prSet presAssocID="{583BDC1A-A4D8-4D8B-B81A-53B9F82341BA}" presName="parentText" presStyleLbl="node1" presStyleIdx="3" presStyleCnt="4" custScaleX="127329">
        <dgm:presLayoutVars>
          <dgm:chMax val="0"/>
          <dgm:bulletEnabled val="1"/>
        </dgm:presLayoutVars>
      </dgm:prSet>
      <dgm:spPr/>
    </dgm:pt>
    <dgm:pt modelId="{85542FDE-4640-45A7-A70F-3E756679C937}" type="pres">
      <dgm:prSet presAssocID="{583BDC1A-A4D8-4D8B-B81A-53B9F82341BA}" presName="negativeSpace" presStyleCnt="0"/>
      <dgm:spPr/>
    </dgm:pt>
    <dgm:pt modelId="{9F2EF23A-0D84-48EC-B471-D9F45E405FF0}" type="pres">
      <dgm:prSet presAssocID="{583BDC1A-A4D8-4D8B-B81A-53B9F82341B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AE62509-6DAB-4742-8688-CD67CBBBE0C2}" type="presOf" srcId="{1EA43020-6589-496C-A921-6A96175935A3}" destId="{AA87E013-BE83-409E-8EAB-06C546314E5A}" srcOrd="0" destOrd="0" presId="urn:microsoft.com/office/officeart/2005/8/layout/list1"/>
    <dgm:cxn modelId="{F374642A-3AC9-45CB-8A95-112DB21CAA3A}" srcId="{AA93F699-AE56-462B-A42C-BDA63FF62DD0}" destId="{1EA43020-6589-496C-A921-6A96175935A3}" srcOrd="2" destOrd="0" parTransId="{8547B80A-8542-4E28-9FE5-69F29F58D000}" sibTransId="{8301163E-AE6C-48AD-B4F6-44837885358D}"/>
    <dgm:cxn modelId="{D1A58F2A-D4EC-4488-AE9D-B69BD155AF3A}" type="presOf" srcId="{07DC9363-10A6-43EC-9930-7FD6899CCDE0}" destId="{55DB2876-F6D3-4A21-AF71-A8F4E438833F}" srcOrd="0" destOrd="0" presId="urn:microsoft.com/office/officeart/2005/8/layout/list1"/>
    <dgm:cxn modelId="{68E84A5C-07A8-460B-BF58-0ECA19686C85}" type="presOf" srcId="{03D94541-9382-455B-BA3F-6CEB23BAC95E}" destId="{7B0351B8-A855-4117-825A-99A178768335}" srcOrd="1" destOrd="0" presId="urn:microsoft.com/office/officeart/2005/8/layout/list1"/>
    <dgm:cxn modelId="{0ECE1A45-D175-4A35-A46B-5BFC9024FE96}" type="presOf" srcId="{03D94541-9382-455B-BA3F-6CEB23BAC95E}" destId="{DDCE63E2-D233-448D-9048-E1031051A7A7}" srcOrd="0" destOrd="0" presId="urn:microsoft.com/office/officeart/2005/8/layout/list1"/>
    <dgm:cxn modelId="{1138654B-A1DD-4E07-A683-84248D07D8BB}" type="presOf" srcId="{583BDC1A-A4D8-4D8B-B81A-53B9F82341BA}" destId="{EA2D90F2-37E6-4FC6-979C-6259A32A509A}" srcOrd="1" destOrd="0" presId="urn:microsoft.com/office/officeart/2005/8/layout/list1"/>
    <dgm:cxn modelId="{EF9AD54F-F024-4F7C-863D-C37FEC6CE5DC}" type="presOf" srcId="{583BDC1A-A4D8-4D8B-B81A-53B9F82341BA}" destId="{FB80E415-1F16-4EE2-9B67-B86F50A61493}" srcOrd="0" destOrd="0" presId="urn:microsoft.com/office/officeart/2005/8/layout/list1"/>
    <dgm:cxn modelId="{D8A77680-D77A-4EFA-81A3-1C38E30E6355}" type="presOf" srcId="{07DC9363-10A6-43EC-9930-7FD6899CCDE0}" destId="{4B4DEA95-8104-4281-9382-247D95F376B1}" srcOrd="1" destOrd="0" presId="urn:microsoft.com/office/officeart/2005/8/layout/list1"/>
    <dgm:cxn modelId="{E1126BA2-1B80-4114-97ED-BA31B8A5B8F0}" srcId="{AA93F699-AE56-462B-A42C-BDA63FF62DD0}" destId="{07DC9363-10A6-43EC-9930-7FD6899CCDE0}" srcOrd="0" destOrd="0" parTransId="{DB33028E-7E18-461A-B4DB-5B0A055FB16B}" sibTransId="{6517E523-C544-40DD-AF1D-78B7EAD844BB}"/>
    <dgm:cxn modelId="{3CA0F1D3-3271-4958-8F54-183BF6251BE3}" srcId="{AA93F699-AE56-462B-A42C-BDA63FF62DD0}" destId="{583BDC1A-A4D8-4D8B-B81A-53B9F82341BA}" srcOrd="3" destOrd="0" parTransId="{633A5F1B-15B7-43D8-B47D-66689D3502BF}" sibTransId="{1F2E16FB-48B2-474B-8645-812D344C02B4}"/>
    <dgm:cxn modelId="{CB16C9DC-3037-4D8C-93CD-2B8B390BB4C0}" type="presOf" srcId="{1EA43020-6589-496C-A921-6A96175935A3}" destId="{3BA6D109-5C62-47D2-A44C-58BD1554BDF0}" srcOrd="1" destOrd="0" presId="urn:microsoft.com/office/officeart/2005/8/layout/list1"/>
    <dgm:cxn modelId="{CF0704EB-ED24-4877-A5F2-1235B3E8E231}" srcId="{AA93F699-AE56-462B-A42C-BDA63FF62DD0}" destId="{03D94541-9382-455B-BA3F-6CEB23BAC95E}" srcOrd="1" destOrd="0" parTransId="{BC6F4723-3EA0-4918-8774-6863C72391B6}" sibTransId="{E1112520-5111-4AA6-A097-4505CA26DD61}"/>
    <dgm:cxn modelId="{772522F8-9F79-4595-8F84-77546FE597E1}" type="presOf" srcId="{AA93F699-AE56-462B-A42C-BDA63FF62DD0}" destId="{1516D263-61F4-4A8B-9224-862FE754DFFF}" srcOrd="0" destOrd="0" presId="urn:microsoft.com/office/officeart/2005/8/layout/list1"/>
    <dgm:cxn modelId="{87C880AF-BA90-407C-8138-AB092E94740D}" type="presParOf" srcId="{1516D263-61F4-4A8B-9224-862FE754DFFF}" destId="{C4D5974C-A6E6-44F0-8C46-3C83F07080FE}" srcOrd="0" destOrd="0" presId="urn:microsoft.com/office/officeart/2005/8/layout/list1"/>
    <dgm:cxn modelId="{D36CA46C-3CC6-4888-A2DD-F626A9AC56F2}" type="presParOf" srcId="{C4D5974C-A6E6-44F0-8C46-3C83F07080FE}" destId="{55DB2876-F6D3-4A21-AF71-A8F4E438833F}" srcOrd="0" destOrd="0" presId="urn:microsoft.com/office/officeart/2005/8/layout/list1"/>
    <dgm:cxn modelId="{AE71B98C-ED9E-4E26-8687-C53E12937AAD}" type="presParOf" srcId="{C4D5974C-A6E6-44F0-8C46-3C83F07080FE}" destId="{4B4DEA95-8104-4281-9382-247D95F376B1}" srcOrd="1" destOrd="0" presId="urn:microsoft.com/office/officeart/2005/8/layout/list1"/>
    <dgm:cxn modelId="{D471BBA2-31E9-42CA-B2A6-CFD6C676C6CB}" type="presParOf" srcId="{1516D263-61F4-4A8B-9224-862FE754DFFF}" destId="{C3173B53-A0EC-4DEB-89A8-830D1DB8ED0D}" srcOrd="1" destOrd="0" presId="urn:microsoft.com/office/officeart/2005/8/layout/list1"/>
    <dgm:cxn modelId="{67ADCD12-0B1F-4D9F-B329-8D7AF08BE32F}" type="presParOf" srcId="{1516D263-61F4-4A8B-9224-862FE754DFFF}" destId="{879BDBC2-49E0-465D-9AE7-BC6DC9874D56}" srcOrd="2" destOrd="0" presId="urn:microsoft.com/office/officeart/2005/8/layout/list1"/>
    <dgm:cxn modelId="{0E57AABE-C3DE-4B35-9E39-C36A411FAAF6}" type="presParOf" srcId="{1516D263-61F4-4A8B-9224-862FE754DFFF}" destId="{0891653A-2999-437E-9E78-B92D47715F75}" srcOrd="3" destOrd="0" presId="urn:microsoft.com/office/officeart/2005/8/layout/list1"/>
    <dgm:cxn modelId="{865D06AA-2E8B-4C2C-9D00-7DE71A4185FB}" type="presParOf" srcId="{1516D263-61F4-4A8B-9224-862FE754DFFF}" destId="{378C4D9F-4922-420E-8E39-E9C401358069}" srcOrd="4" destOrd="0" presId="urn:microsoft.com/office/officeart/2005/8/layout/list1"/>
    <dgm:cxn modelId="{B7690B10-E4B9-4955-B04F-507D03A1D6A4}" type="presParOf" srcId="{378C4D9F-4922-420E-8E39-E9C401358069}" destId="{DDCE63E2-D233-448D-9048-E1031051A7A7}" srcOrd="0" destOrd="0" presId="urn:microsoft.com/office/officeart/2005/8/layout/list1"/>
    <dgm:cxn modelId="{A2558ADE-16DC-427F-9822-D11081337A53}" type="presParOf" srcId="{378C4D9F-4922-420E-8E39-E9C401358069}" destId="{7B0351B8-A855-4117-825A-99A178768335}" srcOrd="1" destOrd="0" presId="urn:microsoft.com/office/officeart/2005/8/layout/list1"/>
    <dgm:cxn modelId="{08C63859-7C3E-4A2B-ADC8-BBC50B90144A}" type="presParOf" srcId="{1516D263-61F4-4A8B-9224-862FE754DFFF}" destId="{3F669113-C9F9-40D1-A2AF-D425B16B71E9}" srcOrd="5" destOrd="0" presId="urn:microsoft.com/office/officeart/2005/8/layout/list1"/>
    <dgm:cxn modelId="{651E857C-8799-461C-8C9B-8B9C268B133D}" type="presParOf" srcId="{1516D263-61F4-4A8B-9224-862FE754DFFF}" destId="{4A757979-3395-4A24-A8E8-841AC3A5BDDD}" srcOrd="6" destOrd="0" presId="urn:microsoft.com/office/officeart/2005/8/layout/list1"/>
    <dgm:cxn modelId="{8605954E-A12F-4A82-95C7-2F710A658432}" type="presParOf" srcId="{1516D263-61F4-4A8B-9224-862FE754DFFF}" destId="{8B8EED51-C4BE-4D74-BA9E-6C56DF072A5A}" srcOrd="7" destOrd="0" presId="urn:microsoft.com/office/officeart/2005/8/layout/list1"/>
    <dgm:cxn modelId="{D9420AFB-EFFE-441E-8747-8173167193DA}" type="presParOf" srcId="{1516D263-61F4-4A8B-9224-862FE754DFFF}" destId="{71AA39D7-EE7F-48BA-9FA2-9E293DE42E74}" srcOrd="8" destOrd="0" presId="urn:microsoft.com/office/officeart/2005/8/layout/list1"/>
    <dgm:cxn modelId="{ED38C688-F696-4DA6-B57D-5DE5F41E44EB}" type="presParOf" srcId="{71AA39D7-EE7F-48BA-9FA2-9E293DE42E74}" destId="{AA87E013-BE83-409E-8EAB-06C546314E5A}" srcOrd="0" destOrd="0" presId="urn:microsoft.com/office/officeart/2005/8/layout/list1"/>
    <dgm:cxn modelId="{57C85C49-051F-4169-B61B-39E9A431762B}" type="presParOf" srcId="{71AA39D7-EE7F-48BA-9FA2-9E293DE42E74}" destId="{3BA6D109-5C62-47D2-A44C-58BD1554BDF0}" srcOrd="1" destOrd="0" presId="urn:microsoft.com/office/officeart/2005/8/layout/list1"/>
    <dgm:cxn modelId="{CBE444F7-3390-4CE4-A43C-92B7FE854E44}" type="presParOf" srcId="{1516D263-61F4-4A8B-9224-862FE754DFFF}" destId="{7EEB78F0-EB10-47BF-A565-E951B6247739}" srcOrd="9" destOrd="0" presId="urn:microsoft.com/office/officeart/2005/8/layout/list1"/>
    <dgm:cxn modelId="{B50679E1-7ED8-4513-887F-99EB1681944F}" type="presParOf" srcId="{1516D263-61F4-4A8B-9224-862FE754DFFF}" destId="{55D42D76-1152-4B03-BD1E-D1A0AE84F82F}" srcOrd="10" destOrd="0" presId="urn:microsoft.com/office/officeart/2005/8/layout/list1"/>
    <dgm:cxn modelId="{6272A2E0-9243-4162-9270-52976FC84A9F}" type="presParOf" srcId="{1516D263-61F4-4A8B-9224-862FE754DFFF}" destId="{16064DFE-70DE-4D05-81C1-4DA32956BBD1}" srcOrd="11" destOrd="0" presId="urn:microsoft.com/office/officeart/2005/8/layout/list1"/>
    <dgm:cxn modelId="{3A8263D3-8ADD-48F8-A5D7-C3DFAB08CC08}" type="presParOf" srcId="{1516D263-61F4-4A8B-9224-862FE754DFFF}" destId="{1507FB4B-B2E5-46E0-B2C4-211E7BBFA459}" srcOrd="12" destOrd="0" presId="urn:microsoft.com/office/officeart/2005/8/layout/list1"/>
    <dgm:cxn modelId="{F17A33E8-112E-43D7-8A40-D8A9327E0995}" type="presParOf" srcId="{1507FB4B-B2E5-46E0-B2C4-211E7BBFA459}" destId="{FB80E415-1F16-4EE2-9B67-B86F50A61493}" srcOrd="0" destOrd="0" presId="urn:microsoft.com/office/officeart/2005/8/layout/list1"/>
    <dgm:cxn modelId="{6DDBFBB3-F235-4F69-B2CD-4314FE8DF1ED}" type="presParOf" srcId="{1507FB4B-B2E5-46E0-B2C4-211E7BBFA459}" destId="{EA2D90F2-37E6-4FC6-979C-6259A32A509A}" srcOrd="1" destOrd="0" presId="urn:microsoft.com/office/officeart/2005/8/layout/list1"/>
    <dgm:cxn modelId="{F74E0EB5-D12F-4B12-946B-69CC57C12A6E}" type="presParOf" srcId="{1516D263-61F4-4A8B-9224-862FE754DFFF}" destId="{85542FDE-4640-45A7-A70F-3E756679C937}" srcOrd="13" destOrd="0" presId="urn:microsoft.com/office/officeart/2005/8/layout/list1"/>
    <dgm:cxn modelId="{2E7757B0-5F08-4FD0-840C-C01226ADB832}" type="presParOf" srcId="{1516D263-61F4-4A8B-9224-862FE754DFFF}" destId="{9F2EF23A-0D84-48EC-B471-D9F45E405FF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412BDB-90CC-4BAA-82F3-FB9202B8D41D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2EB846B-E0FB-49F1-B13C-9C5C38F70A85}">
      <dgm:prSet phldrT="[Текст]"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Kompyuter qurilmalarini boshqarish</a:t>
          </a:r>
        </a:p>
      </dgm:t>
    </dgm:pt>
    <dgm:pt modelId="{EA7A78A2-5349-4069-9707-F4422EB3ECBB}" type="parTrans" cxnId="{3DBA44D4-54DE-4FC7-8443-2EB6ECEB4E04}">
      <dgm:prSet/>
      <dgm:spPr/>
      <dgm:t>
        <a:bodyPr/>
        <a:lstStyle/>
        <a:p>
          <a:endParaRPr lang="ru-RU"/>
        </a:p>
      </dgm:t>
    </dgm:pt>
    <dgm:pt modelId="{49374E7B-CA92-4F80-9608-0B3186A2258E}" type="sibTrans" cxnId="{3DBA44D4-54DE-4FC7-8443-2EB6ECEB4E04}">
      <dgm:prSet/>
      <dgm:spPr/>
      <dgm:t>
        <a:bodyPr/>
        <a:lstStyle/>
        <a:p>
          <a:endParaRPr lang="ru-RU"/>
        </a:p>
      </dgm:t>
    </dgm:pt>
    <dgm:pt modelId="{74C140AC-B9F8-4B88-9F49-C20D881A6B2D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Dasturlarni ishga tushirish va bajarish</a:t>
          </a:r>
        </a:p>
      </dgm:t>
    </dgm:pt>
    <dgm:pt modelId="{AE3DBB55-D3DC-4239-B4FC-7BECBAB1838B}" type="parTrans" cxnId="{13E39330-1D8E-4BD7-82A2-90A85650FC1A}">
      <dgm:prSet/>
      <dgm:spPr/>
      <dgm:t>
        <a:bodyPr/>
        <a:lstStyle/>
        <a:p>
          <a:endParaRPr lang="ru-RU"/>
        </a:p>
      </dgm:t>
    </dgm:pt>
    <dgm:pt modelId="{703E5459-07DF-4B5E-8F79-B683D0DBBAB7}" type="sibTrans" cxnId="{13E39330-1D8E-4BD7-82A2-90A85650FC1A}">
      <dgm:prSet/>
      <dgm:spPr/>
      <dgm:t>
        <a:bodyPr/>
        <a:lstStyle/>
        <a:p>
          <a:endParaRPr lang="ru-RU"/>
        </a:p>
      </dgm:t>
    </dgm:pt>
    <dgm:pt modelId="{0E1CA4DB-B095-4AC4-8C24-A1B3D58DA7D5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Foydalanuvchi va kompyuterning o'zaro ta'siri.</a:t>
          </a:r>
        </a:p>
      </dgm:t>
    </dgm:pt>
    <dgm:pt modelId="{CD218E6A-560D-4F3C-A9BD-400097757491}" type="parTrans" cxnId="{C26182C5-8F7E-4DEA-AF73-217F7D01DA8E}">
      <dgm:prSet/>
      <dgm:spPr/>
      <dgm:t>
        <a:bodyPr/>
        <a:lstStyle/>
        <a:p>
          <a:endParaRPr lang="ru-RU"/>
        </a:p>
      </dgm:t>
    </dgm:pt>
    <dgm:pt modelId="{D043588C-024D-4BB9-BF83-9478A607D822}" type="sibTrans" cxnId="{C26182C5-8F7E-4DEA-AF73-217F7D01DA8E}">
      <dgm:prSet/>
      <dgm:spPr/>
      <dgm:t>
        <a:bodyPr/>
        <a:lstStyle/>
        <a:p>
          <a:endParaRPr lang="ru-RU"/>
        </a:p>
      </dgm:t>
    </dgm:pt>
    <dgm:pt modelId="{D63090F0-1C01-467D-88F4-2D7C2995106E}" type="pres">
      <dgm:prSet presAssocID="{42412BDB-90CC-4BAA-82F3-FB9202B8D41D}" presName="linear" presStyleCnt="0">
        <dgm:presLayoutVars>
          <dgm:dir/>
          <dgm:animLvl val="lvl"/>
          <dgm:resizeHandles val="exact"/>
        </dgm:presLayoutVars>
      </dgm:prSet>
      <dgm:spPr/>
    </dgm:pt>
    <dgm:pt modelId="{7C884761-42C5-4EC3-8421-FD77FB46250B}" type="pres">
      <dgm:prSet presAssocID="{82EB846B-E0FB-49F1-B13C-9C5C38F70A85}" presName="parentLin" presStyleCnt="0"/>
      <dgm:spPr/>
    </dgm:pt>
    <dgm:pt modelId="{BC3EB07B-5929-440A-9CAC-80FFCCCE0A7C}" type="pres">
      <dgm:prSet presAssocID="{82EB846B-E0FB-49F1-B13C-9C5C38F70A85}" presName="parentLeftMargin" presStyleLbl="node1" presStyleIdx="0" presStyleCnt="3"/>
      <dgm:spPr/>
    </dgm:pt>
    <dgm:pt modelId="{C50C3657-3F69-401E-89F0-0122E0506AB3}" type="pres">
      <dgm:prSet presAssocID="{82EB846B-E0FB-49F1-B13C-9C5C38F70A85}" presName="parentText" presStyleLbl="node1" presStyleIdx="0" presStyleCnt="3" custScaleX="132357">
        <dgm:presLayoutVars>
          <dgm:chMax val="0"/>
          <dgm:bulletEnabled val="1"/>
        </dgm:presLayoutVars>
      </dgm:prSet>
      <dgm:spPr/>
    </dgm:pt>
    <dgm:pt modelId="{28304203-13A5-43E9-84A9-D95FD49A3E4C}" type="pres">
      <dgm:prSet presAssocID="{82EB846B-E0FB-49F1-B13C-9C5C38F70A85}" presName="negativeSpace" presStyleCnt="0"/>
      <dgm:spPr/>
    </dgm:pt>
    <dgm:pt modelId="{FBFDF625-4339-4F31-8238-9DEF3AFF3956}" type="pres">
      <dgm:prSet presAssocID="{82EB846B-E0FB-49F1-B13C-9C5C38F70A85}" presName="childText" presStyleLbl="conFgAcc1" presStyleIdx="0" presStyleCnt="3">
        <dgm:presLayoutVars>
          <dgm:bulletEnabled val="1"/>
        </dgm:presLayoutVars>
      </dgm:prSet>
      <dgm:spPr/>
    </dgm:pt>
    <dgm:pt modelId="{89F84A50-923F-47A8-B369-ABD8567F0CD2}" type="pres">
      <dgm:prSet presAssocID="{49374E7B-CA92-4F80-9608-0B3186A2258E}" presName="spaceBetweenRectangles" presStyleCnt="0"/>
      <dgm:spPr/>
    </dgm:pt>
    <dgm:pt modelId="{6BACF44F-6982-4652-9AE4-3646A7B9B82B}" type="pres">
      <dgm:prSet presAssocID="{74C140AC-B9F8-4B88-9F49-C20D881A6B2D}" presName="parentLin" presStyleCnt="0"/>
      <dgm:spPr/>
    </dgm:pt>
    <dgm:pt modelId="{B4911BCE-6A62-4A2B-BBED-77C100ABA4A3}" type="pres">
      <dgm:prSet presAssocID="{74C140AC-B9F8-4B88-9F49-C20D881A6B2D}" presName="parentLeftMargin" presStyleLbl="node1" presStyleIdx="0" presStyleCnt="3"/>
      <dgm:spPr/>
    </dgm:pt>
    <dgm:pt modelId="{4794BEC4-E380-4EA6-BD66-B07994225C3C}" type="pres">
      <dgm:prSet presAssocID="{74C140AC-B9F8-4B88-9F49-C20D881A6B2D}" presName="parentText" presStyleLbl="node1" presStyleIdx="1" presStyleCnt="3" custScaleX="132357">
        <dgm:presLayoutVars>
          <dgm:chMax val="0"/>
          <dgm:bulletEnabled val="1"/>
        </dgm:presLayoutVars>
      </dgm:prSet>
      <dgm:spPr/>
    </dgm:pt>
    <dgm:pt modelId="{EB9B9D58-C92C-46A7-A15A-D2E47AD0C43B}" type="pres">
      <dgm:prSet presAssocID="{74C140AC-B9F8-4B88-9F49-C20D881A6B2D}" presName="negativeSpace" presStyleCnt="0"/>
      <dgm:spPr/>
    </dgm:pt>
    <dgm:pt modelId="{29771547-F29B-4AF1-B1FF-87F812CA48E8}" type="pres">
      <dgm:prSet presAssocID="{74C140AC-B9F8-4B88-9F49-C20D881A6B2D}" presName="childText" presStyleLbl="conFgAcc1" presStyleIdx="1" presStyleCnt="3">
        <dgm:presLayoutVars>
          <dgm:bulletEnabled val="1"/>
        </dgm:presLayoutVars>
      </dgm:prSet>
      <dgm:spPr/>
    </dgm:pt>
    <dgm:pt modelId="{6AF930D5-DA37-4418-8816-DAC6A18D39EC}" type="pres">
      <dgm:prSet presAssocID="{703E5459-07DF-4B5E-8F79-B683D0DBBAB7}" presName="spaceBetweenRectangles" presStyleCnt="0"/>
      <dgm:spPr/>
    </dgm:pt>
    <dgm:pt modelId="{9BFABADE-68A3-4D54-9BD2-BA30DD021FA6}" type="pres">
      <dgm:prSet presAssocID="{0E1CA4DB-B095-4AC4-8C24-A1B3D58DA7D5}" presName="parentLin" presStyleCnt="0"/>
      <dgm:spPr/>
    </dgm:pt>
    <dgm:pt modelId="{D46B8541-A214-4A7B-B351-38CDE415FD70}" type="pres">
      <dgm:prSet presAssocID="{0E1CA4DB-B095-4AC4-8C24-A1B3D58DA7D5}" presName="parentLeftMargin" presStyleLbl="node1" presStyleIdx="1" presStyleCnt="3"/>
      <dgm:spPr/>
    </dgm:pt>
    <dgm:pt modelId="{8A58649D-042E-45AF-994C-CD1D32697862}" type="pres">
      <dgm:prSet presAssocID="{0E1CA4DB-B095-4AC4-8C24-A1B3D58DA7D5}" presName="parentText" presStyleLbl="node1" presStyleIdx="2" presStyleCnt="3" custScaleX="132357">
        <dgm:presLayoutVars>
          <dgm:chMax val="0"/>
          <dgm:bulletEnabled val="1"/>
        </dgm:presLayoutVars>
      </dgm:prSet>
      <dgm:spPr/>
    </dgm:pt>
    <dgm:pt modelId="{DBE8AB53-DE23-4A73-8004-BD29D0BA9851}" type="pres">
      <dgm:prSet presAssocID="{0E1CA4DB-B095-4AC4-8C24-A1B3D58DA7D5}" presName="negativeSpace" presStyleCnt="0"/>
      <dgm:spPr/>
    </dgm:pt>
    <dgm:pt modelId="{D71FF72D-2528-4198-BE2D-8AA05F502CAE}" type="pres">
      <dgm:prSet presAssocID="{0E1CA4DB-B095-4AC4-8C24-A1B3D58DA7D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6D92528-EC71-4887-988F-FA3A0B0A9A96}" type="presOf" srcId="{0E1CA4DB-B095-4AC4-8C24-A1B3D58DA7D5}" destId="{8A58649D-042E-45AF-994C-CD1D32697862}" srcOrd="1" destOrd="0" presId="urn:microsoft.com/office/officeart/2005/8/layout/list1"/>
    <dgm:cxn modelId="{13E39330-1D8E-4BD7-82A2-90A85650FC1A}" srcId="{42412BDB-90CC-4BAA-82F3-FB9202B8D41D}" destId="{74C140AC-B9F8-4B88-9F49-C20D881A6B2D}" srcOrd="1" destOrd="0" parTransId="{AE3DBB55-D3DC-4239-B4FC-7BECBAB1838B}" sibTransId="{703E5459-07DF-4B5E-8F79-B683D0DBBAB7}"/>
    <dgm:cxn modelId="{4D804737-07ED-42EF-BB99-79008A648C86}" type="presOf" srcId="{42412BDB-90CC-4BAA-82F3-FB9202B8D41D}" destId="{D63090F0-1C01-467D-88F4-2D7C2995106E}" srcOrd="0" destOrd="0" presId="urn:microsoft.com/office/officeart/2005/8/layout/list1"/>
    <dgm:cxn modelId="{65F3A952-B6D6-4DFD-B6CC-AE3D17FC16B2}" type="presOf" srcId="{0E1CA4DB-B095-4AC4-8C24-A1B3D58DA7D5}" destId="{D46B8541-A214-4A7B-B351-38CDE415FD70}" srcOrd="0" destOrd="0" presId="urn:microsoft.com/office/officeart/2005/8/layout/list1"/>
    <dgm:cxn modelId="{ED2E24C5-1D1A-4E64-A02B-0F395EC9771B}" type="presOf" srcId="{82EB846B-E0FB-49F1-B13C-9C5C38F70A85}" destId="{C50C3657-3F69-401E-89F0-0122E0506AB3}" srcOrd="1" destOrd="0" presId="urn:microsoft.com/office/officeart/2005/8/layout/list1"/>
    <dgm:cxn modelId="{C26182C5-8F7E-4DEA-AF73-217F7D01DA8E}" srcId="{42412BDB-90CC-4BAA-82F3-FB9202B8D41D}" destId="{0E1CA4DB-B095-4AC4-8C24-A1B3D58DA7D5}" srcOrd="2" destOrd="0" parTransId="{CD218E6A-560D-4F3C-A9BD-400097757491}" sibTransId="{D043588C-024D-4BB9-BF83-9478A607D822}"/>
    <dgm:cxn modelId="{934E49CB-86C3-4EB6-ACEF-D610625318F8}" type="presOf" srcId="{82EB846B-E0FB-49F1-B13C-9C5C38F70A85}" destId="{BC3EB07B-5929-440A-9CAC-80FFCCCE0A7C}" srcOrd="0" destOrd="0" presId="urn:microsoft.com/office/officeart/2005/8/layout/list1"/>
    <dgm:cxn modelId="{AE9415D1-204F-457E-B4BE-4D94E8981419}" type="presOf" srcId="{74C140AC-B9F8-4B88-9F49-C20D881A6B2D}" destId="{4794BEC4-E380-4EA6-BD66-B07994225C3C}" srcOrd="1" destOrd="0" presId="urn:microsoft.com/office/officeart/2005/8/layout/list1"/>
    <dgm:cxn modelId="{F73DBAD2-2EE9-42AE-8AD9-B97D8EF642D7}" type="presOf" srcId="{74C140AC-B9F8-4B88-9F49-C20D881A6B2D}" destId="{B4911BCE-6A62-4A2B-BBED-77C100ABA4A3}" srcOrd="0" destOrd="0" presId="urn:microsoft.com/office/officeart/2005/8/layout/list1"/>
    <dgm:cxn modelId="{3DBA44D4-54DE-4FC7-8443-2EB6ECEB4E04}" srcId="{42412BDB-90CC-4BAA-82F3-FB9202B8D41D}" destId="{82EB846B-E0FB-49F1-B13C-9C5C38F70A85}" srcOrd="0" destOrd="0" parTransId="{EA7A78A2-5349-4069-9707-F4422EB3ECBB}" sibTransId="{49374E7B-CA92-4F80-9608-0B3186A2258E}"/>
    <dgm:cxn modelId="{3561FFC7-DC3D-465C-A1FB-F0BA22FD311A}" type="presParOf" srcId="{D63090F0-1C01-467D-88F4-2D7C2995106E}" destId="{7C884761-42C5-4EC3-8421-FD77FB46250B}" srcOrd="0" destOrd="0" presId="urn:microsoft.com/office/officeart/2005/8/layout/list1"/>
    <dgm:cxn modelId="{88F08499-8BC3-4BA2-8C23-59587D48E6AE}" type="presParOf" srcId="{7C884761-42C5-4EC3-8421-FD77FB46250B}" destId="{BC3EB07B-5929-440A-9CAC-80FFCCCE0A7C}" srcOrd="0" destOrd="0" presId="urn:microsoft.com/office/officeart/2005/8/layout/list1"/>
    <dgm:cxn modelId="{FAE1FF7A-AA51-44D6-A6C1-E1369321FCF2}" type="presParOf" srcId="{7C884761-42C5-4EC3-8421-FD77FB46250B}" destId="{C50C3657-3F69-401E-89F0-0122E0506AB3}" srcOrd="1" destOrd="0" presId="urn:microsoft.com/office/officeart/2005/8/layout/list1"/>
    <dgm:cxn modelId="{23048450-3C96-4693-8DF1-AE5F63B0C92B}" type="presParOf" srcId="{D63090F0-1C01-467D-88F4-2D7C2995106E}" destId="{28304203-13A5-43E9-84A9-D95FD49A3E4C}" srcOrd="1" destOrd="0" presId="urn:microsoft.com/office/officeart/2005/8/layout/list1"/>
    <dgm:cxn modelId="{468DC19F-008C-474E-B51E-92934D4FB805}" type="presParOf" srcId="{D63090F0-1C01-467D-88F4-2D7C2995106E}" destId="{FBFDF625-4339-4F31-8238-9DEF3AFF3956}" srcOrd="2" destOrd="0" presId="urn:microsoft.com/office/officeart/2005/8/layout/list1"/>
    <dgm:cxn modelId="{D1DA9191-81C0-412C-BEF1-FC1EDCA313A7}" type="presParOf" srcId="{D63090F0-1C01-467D-88F4-2D7C2995106E}" destId="{89F84A50-923F-47A8-B369-ABD8567F0CD2}" srcOrd="3" destOrd="0" presId="urn:microsoft.com/office/officeart/2005/8/layout/list1"/>
    <dgm:cxn modelId="{4051EB24-486B-4F4C-9EE2-8B5D966461E3}" type="presParOf" srcId="{D63090F0-1C01-467D-88F4-2D7C2995106E}" destId="{6BACF44F-6982-4652-9AE4-3646A7B9B82B}" srcOrd="4" destOrd="0" presId="urn:microsoft.com/office/officeart/2005/8/layout/list1"/>
    <dgm:cxn modelId="{1BF4110B-327D-4CB5-A56E-B1A4DA0035CD}" type="presParOf" srcId="{6BACF44F-6982-4652-9AE4-3646A7B9B82B}" destId="{B4911BCE-6A62-4A2B-BBED-77C100ABA4A3}" srcOrd="0" destOrd="0" presId="urn:microsoft.com/office/officeart/2005/8/layout/list1"/>
    <dgm:cxn modelId="{BBC52CA1-9592-4F42-802C-A00AA4D34A2F}" type="presParOf" srcId="{6BACF44F-6982-4652-9AE4-3646A7B9B82B}" destId="{4794BEC4-E380-4EA6-BD66-B07994225C3C}" srcOrd="1" destOrd="0" presId="urn:microsoft.com/office/officeart/2005/8/layout/list1"/>
    <dgm:cxn modelId="{F6FB57E1-9B8D-44A4-9194-E1C807EC986C}" type="presParOf" srcId="{D63090F0-1C01-467D-88F4-2D7C2995106E}" destId="{EB9B9D58-C92C-46A7-A15A-D2E47AD0C43B}" srcOrd="5" destOrd="0" presId="urn:microsoft.com/office/officeart/2005/8/layout/list1"/>
    <dgm:cxn modelId="{D4EC8399-A3A1-4120-AEB1-F1499232EA83}" type="presParOf" srcId="{D63090F0-1C01-467D-88F4-2D7C2995106E}" destId="{29771547-F29B-4AF1-B1FF-87F812CA48E8}" srcOrd="6" destOrd="0" presId="urn:microsoft.com/office/officeart/2005/8/layout/list1"/>
    <dgm:cxn modelId="{DA000046-CC47-416A-9B3E-2EBA4F5CA3CF}" type="presParOf" srcId="{D63090F0-1C01-467D-88F4-2D7C2995106E}" destId="{6AF930D5-DA37-4418-8816-DAC6A18D39EC}" srcOrd="7" destOrd="0" presId="urn:microsoft.com/office/officeart/2005/8/layout/list1"/>
    <dgm:cxn modelId="{A4DF4387-6BCA-41FB-95FA-D62BE1167FC2}" type="presParOf" srcId="{D63090F0-1C01-467D-88F4-2D7C2995106E}" destId="{9BFABADE-68A3-4D54-9BD2-BA30DD021FA6}" srcOrd="8" destOrd="0" presId="urn:microsoft.com/office/officeart/2005/8/layout/list1"/>
    <dgm:cxn modelId="{2E5FDBDD-F42F-46D8-8554-5E9857C23F76}" type="presParOf" srcId="{9BFABADE-68A3-4D54-9BD2-BA30DD021FA6}" destId="{D46B8541-A214-4A7B-B351-38CDE415FD70}" srcOrd="0" destOrd="0" presId="urn:microsoft.com/office/officeart/2005/8/layout/list1"/>
    <dgm:cxn modelId="{AAB0565D-1569-4DB9-8336-550F5AF54290}" type="presParOf" srcId="{9BFABADE-68A3-4D54-9BD2-BA30DD021FA6}" destId="{8A58649D-042E-45AF-994C-CD1D32697862}" srcOrd="1" destOrd="0" presId="urn:microsoft.com/office/officeart/2005/8/layout/list1"/>
    <dgm:cxn modelId="{4BC5FE10-2604-4F7A-B3F9-DD0698AFFC5D}" type="presParOf" srcId="{D63090F0-1C01-467D-88F4-2D7C2995106E}" destId="{DBE8AB53-DE23-4A73-8004-BD29D0BA9851}" srcOrd="9" destOrd="0" presId="urn:microsoft.com/office/officeart/2005/8/layout/list1"/>
    <dgm:cxn modelId="{30C9E619-A57D-47AC-950A-89A60FD8CAEE}" type="presParOf" srcId="{D63090F0-1C01-467D-88F4-2D7C2995106E}" destId="{D71FF72D-2528-4198-BE2D-8AA05F502CA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8BAD61-6027-4112-AE9C-AA8401FC4A50}" type="doc">
      <dgm:prSet loTypeId="urn:microsoft.com/office/officeart/2005/8/layout/list1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62AA0C83-1380-402D-B626-F77486085DBA}">
      <dgm:prSet phldrT="[Текст]"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Fayl tizimini boshqaradigan dasturiy ta'minot moduli</a:t>
          </a:r>
        </a:p>
      </dgm:t>
    </dgm:pt>
    <dgm:pt modelId="{0BD8E200-5B67-4F41-B153-49031070302D}" type="parTrans" cxnId="{94C8DC4C-05AF-4119-85E1-3ADBB0EBFB39}">
      <dgm:prSet/>
      <dgm:spPr/>
      <dgm:t>
        <a:bodyPr/>
        <a:lstStyle/>
        <a:p>
          <a:endParaRPr lang="ru-RU"/>
        </a:p>
      </dgm:t>
    </dgm:pt>
    <dgm:pt modelId="{DF8162A9-E986-4E95-899E-1C447B13A63A}" type="sibTrans" cxnId="{94C8DC4C-05AF-4119-85E1-3ADBB0EBFB39}">
      <dgm:prSet/>
      <dgm:spPr/>
      <dgm:t>
        <a:bodyPr/>
        <a:lstStyle/>
        <a:p>
          <a:endParaRPr lang="ru-RU"/>
        </a:p>
      </dgm:t>
    </dgm:pt>
    <dgm:pt modelId="{35478370-E535-4F64-BA20-454160B3AFA3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Foydalanuvchi buyruqlarini bajaradigan buyruq protsessori</a:t>
          </a:r>
        </a:p>
      </dgm:t>
    </dgm:pt>
    <dgm:pt modelId="{475125C4-7FC0-4A13-A6B1-7E2F35040267}" type="parTrans" cxnId="{DB8689BA-2D38-4FF0-98AC-BBCE927B9F54}">
      <dgm:prSet/>
      <dgm:spPr/>
      <dgm:t>
        <a:bodyPr/>
        <a:lstStyle/>
        <a:p>
          <a:endParaRPr lang="ru-RU"/>
        </a:p>
      </dgm:t>
    </dgm:pt>
    <dgm:pt modelId="{6BA92BD1-5C4F-4BC8-BE9B-41A1662B1C5C}" type="sibTrans" cxnId="{DB8689BA-2D38-4FF0-98AC-BBCE927B9F54}">
      <dgm:prSet/>
      <dgm:spPr/>
      <dgm:t>
        <a:bodyPr/>
        <a:lstStyle/>
        <a:p>
          <a:endParaRPr lang="ru-RU"/>
        </a:p>
      </dgm:t>
    </dgm:pt>
    <dgm:pt modelId="{1BAA1A9B-9E40-459C-A0A3-4495605182F5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Grafik foydalanuvchi interfeysini ta'minlovchi dasturiy modullar</a:t>
          </a:r>
        </a:p>
      </dgm:t>
    </dgm:pt>
    <dgm:pt modelId="{87D0ECC2-5091-4C99-895F-676807D5EA29}" type="parTrans" cxnId="{05B47A67-EB48-4FF2-BDE2-34B3D478F6E5}">
      <dgm:prSet/>
      <dgm:spPr/>
      <dgm:t>
        <a:bodyPr/>
        <a:lstStyle/>
        <a:p>
          <a:endParaRPr lang="ru-RU"/>
        </a:p>
      </dgm:t>
    </dgm:pt>
    <dgm:pt modelId="{7DD0CE3D-1581-44A9-B810-340D8F8623E8}" type="sibTrans" cxnId="{05B47A67-EB48-4FF2-BDE2-34B3D478F6E5}">
      <dgm:prSet/>
      <dgm:spPr/>
      <dgm:t>
        <a:bodyPr/>
        <a:lstStyle/>
        <a:p>
          <a:endParaRPr lang="ru-RU"/>
        </a:p>
      </dgm:t>
    </dgm:pt>
    <dgm:pt modelId="{C54D8245-1F27-463A-B988-5DBDBF484B25}" type="pres">
      <dgm:prSet presAssocID="{A28BAD61-6027-4112-AE9C-AA8401FC4A50}" presName="linear" presStyleCnt="0">
        <dgm:presLayoutVars>
          <dgm:dir/>
          <dgm:animLvl val="lvl"/>
          <dgm:resizeHandles val="exact"/>
        </dgm:presLayoutVars>
      </dgm:prSet>
      <dgm:spPr/>
    </dgm:pt>
    <dgm:pt modelId="{01D9EBAC-8A99-4C37-BC13-054655A3C23B}" type="pres">
      <dgm:prSet presAssocID="{62AA0C83-1380-402D-B626-F77486085DBA}" presName="parentLin" presStyleCnt="0"/>
      <dgm:spPr/>
    </dgm:pt>
    <dgm:pt modelId="{64581915-5244-4141-B722-C30CF04FFDBD}" type="pres">
      <dgm:prSet presAssocID="{62AA0C83-1380-402D-B626-F77486085DBA}" presName="parentLeftMargin" presStyleLbl="node1" presStyleIdx="0" presStyleCnt="3"/>
      <dgm:spPr/>
    </dgm:pt>
    <dgm:pt modelId="{C193DE0E-DCCE-4A93-8219-E8A193EDFF53}" type="pres">
      <dgm:prSet presAssocID="{62AA0C83-1380-402D-B626-F77486085DBA}" presName="parentText" presStyleLbl="node1" presStyleIdx="0" presStyleCnt="3" custScaleX="126190">
        <dgm:presLayoutVars>
          <dgm:chMax val="0"/>
          <dgm:bulletEnabled val="1"/>
        </dgm:presLayoutVars>
      </dgm:prSet>
      <dgm:spPr/>
    </dgm:pt>
    <dgm:pt modelId="{F6AFE6F3-FBFF-4861-9D6E-0F1986B9D5BD}" type="pres">
      <dgm:prSet presAssocID="{62AA0C83-1380-402D-B626-F77486085DBA}" presName="negativeSpace" presStyleCnt="0"/>
      <dgm:spPr/>
    </dgm:pt>
    <dgm:pt modelId="{C5FACF86-5D98-481C-8A3D-5545EEADFD02}" type="pres">
      <dgm:prSet presAssocID="{62AA0C83-1380-402D-B626-F77486085DBA}" presName="childText" presStyleLbl="conFgAcc1" presStyleIdx="0" presStyleCnt="3">
        <dgm:presLayoutVars>
          <dgm:bulletEnabled val="1"/>
        </dgm:presLayoutVars>
      </dgm:prSet>
      <dgm:spPr/>
    </dgm:pt>
    <dgm:pt modelId="{FF4FB8CD-944E-4DCE-B9D7-1C1569D61311}" type="pres">
      <dgm:prSet presAssocID="{DF8162A9-E986-4E95-899E-1C447B13A63A}" presName="spaceBetweenRectangles" presStyleCnt="0"/>
      <dgm:spPr/>
    </dgm:pt>
    <dgm:pt modelId="{C900AF89-D69D-4956-B58F-8A4377815B64}" type="pres">
      <dgm:prSet presAssocID="{35478370-E535-4F64-BA20-454160B3AFA3}" presName="parentLin" presStyleCnt="0"/>
      <dgm:spPr/>
    </dgm:pt>
    <dgm:pt modelId="{898C02C4-7037-4C3B-B47D-F3B7A3078E6E}" type="pres">
      <dgm:prSet presAssocID="{35478370-E535-4F64-BA20-454160B3AFA3}" presName="parentLeftMargin" presStyleLbl="node1" presStyleIdx="0" presStyleCnt="3"/>
      <dgm:spPr/>
    </dgm:pt>
    <dgm:pt modelId="{F1A82581-73BB-4470-AF82-EF75D23B784C}" type="pres">
      <dgm:prSet presAssocID="{35478370-E535-4F64-BA20-454160B3AFA3}" presName="parentText" presStyleLbl="node1" presStyleIdx="1" presStyleCnt="3" custScaleX="126190">
        <dgm:presLayoutVars>
          <dgm:chMax val="0"/>
          <dgm:bulletEnabled val="1"/>
        </dgm:presLayoutVars>
      </dgm:prSet>
      <dgm:spPr/>
    </dgm:pt>
    <dgm:pt modelId="{5688B89C-4D4A-4593-8F2F-C9EE5D532AC3}" type="pres">
      <dgm:prSet presAssocID="{35478370-E535-4F64-BA20-454160B3AFA3}" presName="negativeSpace" presStyleCnt="0"/>
      <dgm:spPr/>
    </dgm:pt>
    <dgm:pt modelId="{EED101C5-40B7-4351-BC13-AB4F3A2AE8EC}" type="pres">
      <dgm:prSet presAssocID="{35478370-E535-4F64-BA20-454160B3AFA3}" presName="childText" presStyleLbl="conFgAcc1" presStyleIdx="1" presStyleCnt="3">
        <dgm:presLayoutVars>
          <dgm:bulletEnabled val="1"/>
        </dgm:presLayoutVars>
      </dgm:prSet>
      <dgm:spPr/>
    </dgm:pt>
    <dgm:pt modelId="{6162EA9E-1B5E-41F1-9B69-B1AD3C484A51}" type="pres">
      <dgm:prSet presAssocID="{6BA92BD1-5C4F-4BC8-BE9B-41A1662B1C5C}" presName="spaceBetweenRectangles" presStyleCnt="0"/>
      <dgm:spPr/>
    </dgm:pt>
    <dgm:pt modelId="{5F99455E-38B5-4E6B-BA75-D29B2E2C18FB}" type="pres">
      <dgm:prSet presAssocID="{1BAA1A9B-9E40-459C-A0A3-4495605182F5}" presName="parentLin" presStyleCnt="0"/>
      <dgm:spPr/>
    </dgm:pt>
    <dgm:pt modelId="{B48BD7F8-8149-4023-AA8B-DE36688F9359}" type="pres">
      <dgm:prSet presAssocID="{1BAA1A9B-9E40-459C-A0A3-4495605182F5}" presName="parentLeftMargin" presStyleLbl="node1" presStyleIdx="1" presStyleCnt="3"/>
      <dgm:spPr/>
    </dgm:pt>
    <dgm:pt modelId="{E1077841-DAE3-408D-848C-21CAD40DA05A}" type="pres">
      <dgm:prSet presAssocID="{1BAA1A9B-9E40-459C-A0A3-4495605182F5}" presName="parentText" presStyleLbl="node1" presStyleIdx="2" presStyleCnt="3" custScaleX="126190">
        <dgm:presLayoutVars>
          <dgm:chMax val="0"/>
          <dgm:bulletEnabled val="1"/>
        </dgm:presLayoutVars>
      </dgm:prSet>
      <dgm:spPr/>
    </dgm:pt>
    <dgm:pt modelId="{F6357C63-F09A-4BF7-8196-2888A8CFECE7}" type="pres">
      <dgm:prSet presAssocID="{1BAA1A9B-9E40-459C-A0A3-4495605182F5}" presName="negativeSpace" presStyleCnt="0"/>
      <dgm:spPr/>
    </dgm:pt>
    <dgm:pt modelId="{DFF79DBE-2AAB-425B-8D63-9121ED6A7E75}" type="pres">
      <dgm:prSet presAssocID="{1BAA1A9B-9E40-459C-A0A3-4495605182F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224BB1B-4C25-42E9-8B81-509DF2EA77E4}" type="presOf" srcId="{A28BAD61-6027-4112-AE9C-AA8401FC4A50}" destId="{C54D8245-1F27-463A-B988-5DBDBF484B25}" srcOrd="0" destOrd="0" presId="urn:microsoft.com/office/officeart/2005/8/layout/list1"/>
    <dgm:cxn modelId="{05B47A67-EB48-4FF2-BDE2-34B3D478F6E5}" srcId="{A28BAD61-6027-4112-AE9C-AA8401FC4A50}" destId="{1BAA1A9B-9E40-459C-A0A3-4495605182F5}" srcOrd="2" destOrd="0" parTransId="{87D0ECC2-5091-4C99-895F-676807D5EA29}" sibTransId="{7DD0CE3D-1581-44A9-B810-340D8F8623E8}"/>
    <dgm:cxn modelId="{AD8B646A-814C-42C7-B138-8332A89354C6}" type="presOf" srcId="{35478370-E535-4F64-BA20-454160B3AFA3}" destId="{898C02C4-7037-4C3B-B47D-F3B7A3078E6E}" srcOrd="0" destOrd="0" presId="urn:microsoft.com/office/officeart/2005/8/layout/list1"/>
    <dgm:cxn modelId="{94C8DC4C-05AF-4119-85E1-3ADBB0EBFB39}" srcId="{A28BAD61-6027-4112-AE9C-AA8401FC4A50}" destId="{62AA0C83-1380-402D-B626-F77486085DBA}" srcOrd="0" destOrd="0" parTransId="{0BD8E200-5B67-4F41-B153-49031070302D}" sibTransId="{DF8162A9-E986-4E95-899E-1C447B13A63A}"/>
    <dgm:cxn modelId="{D65D289F-FA24-4A40-ABB4-88D1C800CE3A}" type="presOf" srcId="{62AA0C83-1380-402D-B626-F77486085DBA}" destId="{C193DE0E-DCCE-4A93-8219-E8A193EDFF53}" srcOrd="1" destOrd="0" presId="urn:microsoft.com/office/officeart/2005/8/layout/list1"/>
    <dgm:cxn modelId="{6C1515A4-951E-4F03-B5A9-7282098BFEFD}" type="presOf" srcId="{35478370-E535-4F64-BA20-454160B3AFA3}" destId="{F1A82581-73BB-4470-AF82-EF75D23B784C}" srcOrd="1" destOrd="0" presId="urn:microsoft.com/office/officeart/2005/8/layout/list1"/>
    <dgm:cxn modelId="{DB8689BA-2D38-4FF0-98AC-BBCE927B9F54}" srcId="{A28BAD61-6027-4112-AE9C-AA8401FC4A50}" destId="{35478370-E535-4F64-BA20-454160B3AFA3}" srcOrd="1" destOrd="0" parTransId="{475125C4-7FC0-4A13-A6B1-7E2F35040267}" sibTransId="{6BA92BD1-5C4F-4BC8-BE9B-41A1662B1C5C}"/>
    <dgm:cxn modelId="{402DC0BC-764C-4B58-9B76-549457EAB0A5}" type="presOf" srcId="{1BAA1A9B-9E40-459C-A0A3-4495605182F5}" destId="{B48BD7F8-8149-4023-AA8B-DE36688F9359}" srcOrd="0" destOrd="0" presId="urn:microsoft.com/office/officeart/2005/8/layout/list1"/>
    <dgm:cxn modelId="{70D345DC-DAB2-4246-8283-F65042638AD1}" type="presOf" srcId="{62AA0C83-1380-402D-B626-F77486085DBA}" destId="{64581915-5244-4141-B722-C30CF04FFDBD}" srcOrd="0" destOrd="0" presId="urn:microsoft.com/office/officeart/2005/8/layout/list1"/>
    <dgm:cxn modelId="{F039A8DF-EFEF-4CF5-BDF8-EDA17F4D799A}" type="presOf" srcId="{1BAA1A9B-9E40-459C-A0A3-4495605182F5}" destId="{E1077841-DAE3-408D-848C-21CAD40DA05A}" srcOrd="1" destOrd="0" presId="urn:microsoft.com/office/officeart/2005/8/layout/list1"/>
    <dgm:cxn modelId="{45A4E2E8-4553-4AD8-9808-D3ECC75BEBAC}" type="presParOf" srcId="{C54D8245-1F27-463A-B988-5DBDBF484B25}" destId="{01D9EBAC-8A99-4C37-BC13-054655A3C23B}" srcOrd="0" destOrd="0" presId="urn:microsoft.com/office/officeart/2005/8/layout/list1"/>
    <dgm:cxn modelId="{B8054533-E217-49A6-84ED-0421FCCF2D24}" type="presParOf" srcId="{01D9EBAC-8A99-4C37-BC13-054655A3C23B}" destId="{64581915-5244-4141-B722-C30CF04FFDBD}" srcOrd="0" destOrd="0" presId="urn:microsoft.com/office/officeart/2005/8/layout/list1"/>
    <dgm:cxn modelId="{E4D02C87-5A39-4C86-B337-E9A0631ECA62}" type="presParOf" srcId="{01D9EBAC-8A99-4C37-BC13-054655A3C23B}" destId="{C193DE0E-DCCE-4A93-8219-E8A193EDFF53}" srcOrd="1" destOrd="0" presId="urn:microsoft.com/office/officeart/2005/8/layout/list1"/>
    <dgm:cxn modelId="{A9F54B9D-FCC1-457D-8733-7C8A49B1FFA3}" type="presParOf" srcId="{C54D8245-1F27-463A-B988-5DBDBF484B25}" destId="{F6AFE6F3-FBFF-4861-9D6E-0F1986B9D5BD}" srcOrd="1" destOrd="0" presId="urn:microsoft.com/office/officeart/2005/8/layout/list1"/>
    <dgm:cxn modelId="{3A38E23E-4D25-4CD7-801E-AA46E72FE14E}" type="presParOf" srcId="{C54D8245-1F27-463A-B988-5DBDBF484B25}" destId="{C5FACF86-5D98-481C-8A3D-5545EEADFD02}" srcOrd="2" destOrd="0" presId="urn:microsoft.com/office/officeart/2005/8/layout/list1"/>
    <dgm:cxn modelId="{EDAE507B-EFE3-4747-AE01-FB1AE0885CC8}" type="presParOf" srcId="{C54D8245-1F27-463A-B988-5DBDBF484B25}" destId="{FF4FB8CD-944E-4DCE-B9D7-1C1569D61311}" srcOrd="3" destOrd="0" presId="urn:microsoft.com/office/officeart/2005/8/layout/list1"/>
    <dgm:cxn modelId="{DBDE6FC6-6BB2-441F-9A4B-CA2E38E7479B}" type="presParOf" srcId="{C54D8245-1F27-463A-B988-5DBDBF484B25}" destId="{C900AF89-D69D-4956-B58F-8A4377815B64}" srcOrd="4" destOrd="0" presId="urn:microsoft.com/office/officeart/2005/8/layout/list1"/>
    <dgm:cxn modelId="{F1EA37F9-7549-40C2-A21A-4253186999FF}" type="presParOf" srcId="{C900AF89-D69D-4956-B58F-8A4377815B64}" destId="{898C02C4-7037-4C3B-B47D-F3B7A3078E6E}" srcOrd="0" destOrd="0" presId="urn:microsoft.com/office/officeart/2005/8/layout/list1"/>
    <dgm:cxn modelId="{6085BFBB-21E1-45CF-8962-25C2808FA49C}" type="presParOf" srcId="{C900AF89-D69D-4956-B58F-8A4377815B64}" destId="{F1A82581-73BB-4470-AF82-EF75D23B784C}" srcOrd="1" destOrd="0" presId="urn:microsoft.com/office/officeart/2005/8/layout/list1"/>
    <dgm:cxn modelId="{AF50407D-BB3D-41EF-9DBF-110AD0D972B6}" type="presParOf" srcId="{C54D8245-1F27-463A-B988-5DBDBF484B25}" destId="{5688B89C-4D4A-4593-8F2F-C9EE5D532AC3}" srcOrd="5" destOrd="0" presId="urn:microsoft.com/office/officeart/2005/8/layout/list1"/>
    <dgm:cxn modelId="{4B881AD3-B33F-42F6-B5D4-D830139347B8}" type="presParOf" srcId="{C54D8245-1F27-463A-B988-5DBDBF484B25}" destId="{EED101C5-40B7-4351-BC13-AB4F3A2AE8EC}" srcOrd="6" destOrd="0" presId="urn:microsoft.com/office/officeart/2005/8/layout/list1"/>
    <dgm:cxn modelId="{E8BBB74C-0B8E-4106-82D5-2B154BE12EEA}" type="presParOf" srcId="{C54D8245-1F27-463A-B988-5DBDBF484B25}" destId="{6162EA9E-1B5E-41F1-9B69-B1AD3C484A51}" srcOrd="7" destOrd="0" presId="urn:microsoft.com/office/officeart/2005/8/layout/list1"/>
    <dgm:cxn modelId="{1F02C478-542D-47C3-9A60-7440E367A0C3}" type="presParOf" srcId="{C54D8245-1F27-463A-B988-5DBDBF484B25}" destId="{5F99455E-38B5-4E6B-BA75-D29B2E2C18FB}" srcOrd="8" destOrd="0" presId="urn:microsoft.com/office/officeart/2005/8/layout/list1"/>
    <dgm:cxn modelId="{A8766861-D4D8-46AE-9210-B40CA8EE98B7}" type="presParOf" srcId="{5F99455E-38B5-4E6B-BA75-D29B2E2C18FB}" destId="{B48BD7F8-8149-4023-AA8B-DE36688F9359}" srcOrd="0" destOrd="0" presId="urn:microsoft.com/office/officeart/2005/8/layout/list1"/>
    <dgm:cxn modelId="{90245D24-E889-4B11-83DE-635B5C929282}" type="presParOf" srcId="{5F99455E-38B5-4E6B-BA75-D29B2E2C18FB}" destId="{E1077841-DAE3-408D-848C-21CAD40DA05A}" srcOrd="1" destOrd="0" presId="urn:microsoft.com/office/officeart/2005/8/layout/list1"/>
    <dgm:cxn modelId="{92039603-262F-4282-A97E-3DD7494C0844}" type="presParOf" srcId="{C54D8245-1F27-463A-B988-5DBDBF484B25}" destId="{F6357C63-F09A-4BF7-8196-2888A8CFECE7}" srcOrd="9" destOrd="0" presId="urn:microsoft.com/office/officeart/2005/8/layout/list1"/>
    <dgm:cxn modelId="{3AC54CBD-A037-479D-A8FD-1838548A7F3A}" type="presParOf" srcId="{C54D8245-1F27-463A-B988-5DBDBF484B25}" destId="{DFF79DBE-2AAB-425B-8D63-9121ED6A7E7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50B30E-633F-4555-85A1-8CEBF0EACC37}" type="doc">
      <dgm:prSet loTypeId="urn:microsoft.com/office/officeart/2005/8/layout/list1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5405CBC0-EAA7-443F-B17F-1D699825ABC3}">
      <dgm:prSet phldrT="[Текст]"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Yaratish</a:t>
          </a:r>
        </a:p>
      </dgm:t>
    </dgm:pt>
    <dgm:pt modelId="{A7074734-84DB-4365-AAD4-214F5D0A09D7}" type="parTrans" cxnId="{7351A6CA-2AB0-4835-A4CB-01CCEA365722}">
      <dgm:prSet/>
      <dgm:spPr/>
      <dgm:t>
        <a:bodyPr/>
        <a:lstStyle/>
        <a:p>
          <a:endParaRPr lang="ru-RU"/>
        </a:p>
      </dgm:t>
    </dgm:pt>
    <dgm:pt modelId="{EA8B2180-C500-4001-8435-63CF6A87EE54}" type="sibTrans" cxnId="{7351A6CA-2AB0-4835-A4CB-01CCEA365722}">
      <dgm:prSet/>
      <dgm:spPr/>
      <dgm:t>
        <a:bodyPr/>
        <a:lstStyle/>
        <a:p>
          <a:endParaRPr lang="ru-RU"/>
        </a:p>
      </dgm:t>
    </dgm:pt>
    <dgm:pt modelId="{6DD08D4D-9F02-492D-BCCA-EC84577950EF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Saqlash</a:t>
          </a:r>
        </a:p>
      </dgm:t>
    </dgm:pt>
    <dgm:pt modelId="{6EEAA803-6531-4020-95A7-3CFC22713237}" type="parTrans" cxnId="{B85D60FC-B953-4C66-96FD-CBDFD9896271}">
      <dgm:prSet/>
      <dgm:spPr/>
      <dgm:t>
        <a:bodyPr/>
        <a:lstStyle/>
        <a:p>
          <a:endParaRPr lang="ru-RU"/>
        </a:p>
      </dgm:t>
    </dgm:pt>
    <dgm:pt modelId="{3D1C2B49-31A4-409D-B950-0D7C0A803B46}" type="sibTrans" cxnId="{B85D60FC-B953-4C66-96FD-CBDFD9896271}">
      <dgm:prSet/>
      <dgm:spPr/>
      <dgm:t>
        <a:bodyPr/>
        <a:lstStyle/>
        <a:p>
          <a:endParaRPr lang="ru-RU"/>
        </a:p>
      </dgm:t>
    </dgm:pt>
    <dgm:pt modelId="{57FFF867-8C78-460F-A40B-DD6A7B328FD3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Yopish</a:t>
          </a:r>
        </a:p>
      </dgm:t>
    </dgm:pt>
    <dgm:pt modelId="{F569D62F-F603-48C6-9ECD-CE9E05E3B5CA}" type="parTrans" cxnId="{88F57CDA-6578-4E6E-8C1D-4CB73AF805E0}">
      <dgm:prSet/>
      <dgm:spPr/>
      <dgm:t>
        <a:bodyPr/>
        <a:lstStyle/>
        <a:p>
          <a:endParaRPr lang="ru-RU"/>
        </a:p>
      </dgm:t>
    </dgm:pt>
    <dgm:pt modelId="{6E05F6C9-683F-400A-B3D0-820D735D6447}" type="sibTrans" cxnId="{88F57CDA-6578-4E6E-8C1D-4CB73AF805E0}">
      <dgm:prSet/>
      <dgm:spPr/>
      <dgm:t>
        <a:bodyPr/>
        <a:lstStyle/>
        <a:p>
          <a:endParaRPr lang="ru-RU"/>
        </a:p>
      </dgm:t>
    </dgm:pt>
    <dgm:pt modelId="{C9E37FCA-13CD-4654-9F49-15469E5193FD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Ochiq</a:t>
          </a:r>
        </a:p>
      </dgm:t>
    </dgm:pt>
    <dgm:pt modelId="{85A45ABC-F602-4B0C-AC0F-F94406208B62}" type="parTrans" cxnId="{1947168A-061A-4580-A066-767A9CA9B5CF}">
      <dgm:prSet/>
      <dgm:spPr/>
      <dgm:t>
        <a:bodyPr/>
        <a:lstStyle/>
        <a:p>
          <a:endParaRPr lang="ru-RU"/>
        </a:p>
      </dgm:t>
    </dgm:pt>
    <dgm:pt modelId="{CACC20AD-22B1-4487-AF6A-7DA29D4AAF41}" type="sibTrans" cxnId="{1947168A-061A-4580-A066-767A9CA9B5CF}">
      <dgm:prSet/>
      <dgm:spPr/>
      <dgm:t>
        <a:bodyPr/>
        <a:lstStyle/>
        <a:p>
          <a:endParaRPr lang="ru-RU"/>
        </a:p>
      </dgm:t>
    </dgm:pt>
    <dgm:pt modelId="{1ACB537F-DD58-43F7-BF98-5AD7F6EA5FC4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Nomini o'zgartirish</a:t>
          </a:r>
        </a:p>
      </dgm:t>
    </dgm:pt>
    <dgm:pt modelId="{F1E2AE67-2E78-417B-97C7-90FEF397A632}" type="parTrans" cxnId="{323129C3-3E55-4203-9F96-3CF296120EF4}">
      <dgm:prSet/>
      <dgm:spPr/>
      <dgm:t>
        <a:bodyPr/>
        <a:lstStyle/>
        <a:p>
          <a:endParaRPr lang="ru-RU"/>
        </a:p>
      </dgm:t>
    </dgm:pt>
    <dgm:pt modelId="{77C0B37A-C761-4EDD-8363-C616BBB00027}" type="sibTrans" cxnId="{323129C3-3E55-4203-9F96-3CF296120EF4}">
      <dgm:prSet/>
      <dgm:spPr/>
      <dgm:t>
        <a:bodyPr/>
        <a:lstStyle/>
        <a:p>
          <a:endParaRPr lang="ru-RU"/>
        </a:p>
      </dgm:t>
    </dgm:pt>
    <dgm:pt modelId="{43EDC3AC-729B-491B-A675-F524C38CBCB7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Oʻchirish</a:t>
          </a:r>
        </a:p>
      </dgm:t>
    </dgm:pt>
    <dgm:pt modelId="{84B1B674-F57A-4657-8E82-D40D64FAC53E}" type="parTrans" cxnId="{CAFA2CA2-5B59-44E9-8C95-40058808BAF4}">
      <dgm:prSet/>
      <dgm:spPr/>
      <dgm:t>
        <a:bodyPr/>
        <a:lstStyle/>
        <a:p>
          <a:endParaRPr lang="ru-RU"/>
        </a:p>
      </dgm:t>
    </dgm:pt>
    <dgm:pt modelId="{D9303349-288D-4DC1-AA53-4F97FDE5EB80}" type="sibTrans" cxnId="{CAFA2CA2-5B59-44E9-8C95-40058808BAF4}">
      <dgm:prSet/>
      <dgm:spPr/>
      <dgm:t>
        <a:bodyPr/>
        <a:lstStyle/>
        <a:p>
          <a:endParaRPr lang="ru-RU"/>
        </a:p>
      </dgm:t>
    </dgm:pt>
    <dgm:pt modelId="{F0869B7F-DDEE-4161-B6A7-96BEFBB3A8C6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Ko'chirish</a:t>
          </a:r>
        </a:p>
      </dgm:t>
    </dgm:pt>
    <dgm:pt modelId="{DAA6AC23-B0F0-4DC8-A3F1-1067B39A2501}" type="parTrans" cxnId="{B9609C6E-A48A-4106-9A4E-58FF0702EF9D}">
      <dgm:prSet/>
      <dgm:spPr/>
      <dgm:t>
        <a:bodyPr/>
        <a:lstStyle/>
        <a:p>
          <a:endParaRPr lang="ru-RU"/>
        </a:p>
      </dgm:t>
    </dgm:pt>
    <dgm:pt modelId="{94AC469F-EA13-42AB-BCE2-35AB19D49F0A}" type="sibTrans" cxnId="{B9609C6E-A48A-4106-9A4E-58FF0702EF9D}">
      <dgm:prSet/>
      <dgm:spPr/>
      <dgm:t>
        <a:bodyPr/>
        <a:lstStyle/>
        <a:p>
          <a:endParaRPr lang="ru-RU"/>
        </a:p>
      </dgm:t>
    </dgm:pt>
    <dgm:pt modelId="{6CA8183F-BAEF-4B64-BCC8-17CC6E0841D6}">
      <dgm:prSet custT="1"/>
      <dgm:spPr/>
      <dgm:t>
        <a:bodyPr/>
        <a:lstStyle/>
        <a:p>
          <a:r>
            <a:rPr lang="uz" sz="2400" dirty="0">
              <a:solidFill>
                <a:srgbClr val="000000"/>
              </a:solidFill>
            </a:rPr>
            <a:t>Nusxalash</a:t>
          </a:r>
        </a:p>
      </dgm:t>
    </dgm:pt>
    <dgm:pt modelId="{92B46888-58BF-4820-905F-B4499D9B7178}" type="parTrans" cxnId="{31A25BA1-5DC1-4C51-9302-8D9546E5FF55}">
      <dgm:prSet/>
      <dgm:spPr/>
      <dgm:t>
        <a:bodyPr/>
        <a:lstStyle/>
        <a:p>
          <a:endParaRPr lang="ru-RU"/>
        </a:p>
      </dgm:t>
    </dgm:pt>
    <dgm:pt modelId="{160B7572-F3C7-4D3B-B7EC-C09392860923}" type="sibTrans" cxnId="{31A25BA1-5DC1-4C51-9302-8D9546E5FF55}">
      <dgm:prSet/>
      <dgm:spPr/>
      <dgm:t>
        <a:bodyPr/>
        <a:lstStyle/>
        <a:p>
          <a:endParaRPr lang="ru-RU"/>
        </a:p>
      </dgm:t>
    </dgm:pt>
    <dgm:pt modelId="{A8B18D01-0D43-42CA-B92F-9E80A5F285DF}" type="pres">
      <dgm:prSet presAssocID="{1150B30E-633F-4555-85A1-8CEBF0EACC37}" presName="linear" presStyleCnt="0">
        <dgm:presLayoutVars>
          <dgm:dir/>
          <dgm:animLvl val="lvl"/>
          <dgm:resizeHandles val="exact"/>
        </dgm:presLayoutVars>
      </dgm:prSet>
      <dgm:spPr/>
    </dgm:pt>
    <dgm:pt modelId="{161EFF36-FBDB-402E-B549-4D19BF748F80}" type="pres">
      <dgm:prSet presAssocID="{5405CBC0-EAA7-443F-B17F-1D699825ABC3}" presName="parentLin" presStyleCnt="0"/>
      <dgm:spPr/>
    </dgm:pt>
    <dgm:pt modelId="{AD8E3AB3-88E4-486B-9278-23851FD1A1D7}" type="pres">
      <dgm:prSet presAssocID="{5405CBC0-EAA7-443F-B17F-1D699825ABC3}" presName="parentLeftMargin" presStyleLbl="node1" presStyleIdx="0" presStyleCnt="8"/>
      <dgm:spPr/>
    </dgm:pt>
    <dgm:pt modelId="{0F755DC8-9C86-4B8F-B791-997BDA4CB85E}" type="pres">
      <dgm:prSet presAssocID="{5405CBC0-EAA7-443F-B17F-1D699825ABC3}" presName="parentText" presStyleLbl="node1" presStyleIdx="0" presStyleCnt="8" custScaleX="130952">
        <dgm:presLayoutVars>
          <dgm:chMax val="0"/>
          <dgm:bulletEnabled val="1"/>
        </dgm:presLayoutVars>
      </dgm:prSet>
      <dgm:spPr/>
    </dgm:pt>
    <dgm:pt modelId="{8C9DC5B6-EE8C-4BCF-A1D3-7A23980465AE}" type="pres">
      <dgm:prSet presAssocID="{5405CBC0-EAA7-443F-B17F-1D699825ABC3}" presName="negativeSpace" presStyleCnt="0"/>
      <dgm:spPr/>
    </dgm:pt>
    <dgm:pt modelId="{2B30979D-128C-410C-9155-8BCC1210CFE9}" type="pres">
      <dgm:prSet presAssocID="{5405CBC0-EAA7-443F-B17F-1D699825ABC3}" presName="childText" presStyleLbl="conFgAcc1" presStyleIdx="0" presStyleCnt="8">
        <dgm:presLayoutVars>
          <dgm:bulletEnabled val="1"/>
        </dgm:presLayoutVars>
      </dgm:prSet>
      <dgm:spPr/>
    </dgm:pt>
    <dgm:pt modelId="{4D086D41-2C59-4514-9AC7-4FCB43EF387A}" type="pres">
      <dgm:prSet presAssocID="{EA8B2180-C500-4001-8435-63CF6A87EE54}" presName="spaceBetweenRectangles" presStyleCnt="0"/>
      <dgm:spPr/>
    </dgm:pt>
    <dgm:pt modelId="{51BC1F46-FE26-4316-AE32-627F6E6613EC}" type="pres">
      <dgm:prSet presAssocID="{6DD08D4D-9F02-492D-BCCA-EC84577950EF}" presName="parentLin" presStyleCnt="0"/>
      <dgm:spPr/>
    </dgm:pt>
    <dgm:pt modelId="{3E30314A-BE1E-4A6C-B2BA-9AB267EFE665}" type="pres">
      <dgm:prSet presAssocID="{6DD08D4D-9F02-492D-BCCA-EC84577950EF}" presName="parentLeftMargin" presStyleLbl="node1" presStyleIdx="0" presStyleCnt="8"/>
      <dgm:spPr/>
    </dgm:pt>
    <dgm:pt modelId="{08A9B882-9D6A-464A-AA94-8357F5B167D8}" type="pres">
      <dgm:prSet presAssocID="{6DD08D4D-9F02-492D-BCCA-EC84577950EF}" presName="parentText" presStyleLbl="node1" presStyleIdx="1" presStyleCnt="8" custScaleX="130952">
        <dgm:presLayoutVars>
          <dgm:chMax val="0"/>
          <dgm:bulletEnabled val="1"/>
        </dgm:presLayoutVars>
      </dgm:prSet>
      <dgm:spPr/>
    </dgm:pt>
    <dgm:pt modelId="{012EF04B-20C8-47BE-81B0-7590337723E8}" type="pres">
      <dgm:prSet presAssocID="{6DD08D4D-9F02-492D-BCCA-EC84577950EF}" presName="negativeSpace" presStyleCnt="0"/>
      <dgm:spPr/>
    </dgm:pt>
    <dgm:pt modelId="{3F908CCA-EA30-4DB1-9274-EC418026C1D7}" type="pres">
      <dgm:prSet presAssocID="{6DD08D4D-9F02-492D-BCCA-EC84577950EF}" presName="childText" presStyleLbl="conFgAcc1" presStyleIdx="1" presStyleCnt="8">
        <dgm:presLayoutVars>
          <dgm:bulletEnabled val="1"/>
        </dgm:presLayoutVars>
      </dgm:prSet>
      <dgm:spPr/>
    </dgm:pt>
    <dgm:pt modelId="{A3A2B3ED-AB43-4D9C-BCFB-F4045084EA59}" type="pres">
      <dgm:prSet presAssocID="{3D1C2B49-31A4-409D-B950-0D7C0A803B46}" presName="spaceBetweenRectangles" presStyleCnt="0"/>
      <dgm:spPr/>
    </dgm:pt>
    <dgm:pt modelId="{9B4C315E-DD3A-433C-B9BF-9720A42B5EE5}" type="pres">
      <dgm:prSet presAssocID="{57FFF867-8C78-460F-A40B-DD6A7B328FD3}" presName="parentLin" presStyleCnt="0"/>
      <dgm:spPr/>
    </dgm:pt>
    <dgm:pt modelId="{04D365B7-2EBD-4973-B9CD-4171872F5AF4}" type="pres">
      <dgm:prSet presAssocID="{57FFF867-8C78-460F-A40B-DD6A7B328FD3}" presName="parentLeftMargin" presStyleLbl="node1" presStyleIdx="1" presStyleCnt="8"/>
      <dgm:spPr/>
    </dgm:pt>
    <dgm:pt modelId="{295E6EAD-A5F5-4F8E-8F8F-768DC37B73EC}" type="pres">
      <dgm:prSet presAssocID="{57FFF867-8C78-460F-A40B-DD6A7B328FD3}" presName="parentText" presStyleLbl="node1" presStyleIdx="2" presStyleCnt="8" custScaleX="130952">
        <dgm:presLayoutVars>
          <dgm:chMax val="0"/>
          <dgm:bulletEnabled val="1"/>
        </dgm:presLayoutVars>
      </dgm:prSet>
      <dgm:spPr/>
    </dgm:pt>
    <dgm:pt modelId="{25E9BAB4-0797-4FBE-893B-A125542359EB}" type="pres">
      <dgm:prSet presAssocID="{57FFF867-8C78-460F-A40B-DD6A7B328FD3}" presName="negativeSpace" presStyleCnt="0"/>
      <dgm:spPr/>
    </dgm:pt>
    <dgm:pt modelId="{DECF09A4-7079-4C08-A6DC-0B6626E7CD8B}" type="pres">
      <dgm:prSet presAssocID="{57FFF867-8C78-460F-A40B-DD6A7B328FD3}" presName="childText" presStyleLbl="conFgAcc1" presStyleIdx="2" presStyleCnt="8">
        <dgm:presLayoutVars>
          <dgm:bulletEnabled val="1"/>
        </dgm:presLayoutVars>
      </dgm:prSet>
      <dgm:spPr/>
    </dgm:pt>
    <dgm:pt modelId="{48B3A2BB-F7B8-4DF6-AF79-662756E85314}" type="pres">
      <dgm:prSet presAssocID="{6E05F6C9-683F-400A-B3D0-820D735D6447}" presName="spaceBetweenRectangles" presStyleCnt="0"/>
      <dgm:spPr/>
    </dgm:pt>
    <dgm:pt modelId="{863B01D4-4C94-443E-BBB4-791751249D77}" type="pres">
      <dgm:prSet presAssocID="{C9E37FCA-13CD-4654-9F49-15469E5193FD}" presName="parentLin" presStyleCnt="0"/>
      <dgm:spPr/>
    </dgm:pt>
    <dgm:pt modelId="{C69C6F0E-1352-43F4-8DF1-DF286163DACC}" type="pres">
      <dgm:prSet presAssocID="{C9E37FCA-13CD-4654-9F49-15469E5193FD}" presName="parentLeftMargin" presStyleLbl="node1" presStyleIdx="2" presStyleCnt="8"/>
      <dgm:spPr/>
    </dgm:pt>
    <dgm:pt modelId="{C62C8555-01E6-46A6-B3C6-F3AF1D11BE06}" type="pres">
      <dgm:prSet presAssocID="{C9E37FCA-13CD-4654-9F49-15469E5193FD}" presName="parentText" presStyleLbl="node1" presStyleIdx="3" presStyleCnt="8" custScaleX="130952">
        <dgm:presLayoutVars>
          <dgm:chMax val="0"/>
          <dgm:bulletEnabled val="1"/>
        </dgm:presLayoutVars>
      </dgm:prSet>
      <dgm:spPr/>
    </dgm:pt>
    <dgm:pt modelId="{D83C8E65-BA2C-4769-82EB-D8ABD9BD4C19}" type="pres">
      <dgm:prSet presAssocID="{C9E37FCA-13CD-4654-9F49-15469E5193FD}" presName="negativeSpace" presStyleCnt="0"/>
      <dgm:spPr/>
    </dgm:pt>
    <dgm:pt modelId="{D0FA6E70-738A-4895-9BF7-FE7766BD8874}" type="pres">
      <dgm:prSet presAssocID="{C9E37FCA-13CD-4654-9F49-15469E5193FD}" presName="childText" presStyleLbl="conFgAcc1" presStyleIdx="3" presStyleCnt="8">
        <dgm:presLayoutVars>
          <dgm:bulletEnabled val="1"/>
        </dgm:presLayoutVars>
      </dgm:prSet>
      <dgm:spPr/>
    </dgm:pt>
    <dgm:pt modelId="{5176788C-508A-451D-AFAB-F08E15E5D2AE}" type="pres">
      <dgm:prSet presAssocID="{CACC20AD-22B1-4487-AF6A-7DA29D4AAF41}" presName="spaceBetweenRectangles" presStyleCnt="0"/>
      <dgm:spPr/>
    </dgm:pt>
    <dgm:pt modelId="{AC3D020D-5EB6-4343-8437-76514909D13B}" type="pres">
      <dgm:prSet presAssocID="{1ACB537F-DD58-43F7-BF98-5AD7F6EA5FC4}" presName="parentLin" presStyleCnt="0"/>
      <dgm:spPr/>
    </dgm:pt>
    <dgm:pt modelId="{49B240F5-E774-4209-9587-1C6C34870606}" type="pres">
      <dgm:prSet presAssocID="{1ACB537F-DD58-43F7-BF98-5AD7F6EA5FC4}" presName="parentLeftMargin" presStyleLbl="node1" presStyleIdx="3" presStyleCnt="8"/>
      <dgm:spPr/>
    </dgm:pt>
    <dgm:pt modelId="{B3DFDA42-032D-41D4-9CFA-D37C1694B253}" type="pres">
      <dgm:prSet presAssocID="{1ACB537F-DD58-43F7-BF98-5AD7F6EA5FC4}" presName="parentText" presStyleLbl="node1" presStyleIdx="4" presStyleCnt="8" custScaleX="130952">
        <dgm:presLayoutVars>
          <dgm:chMax val="0"/>
          <dgm:bulletEnabled val="1"/>
        </dgm:presLayoutVars>
      </dgm:prSet>
      <dgm:spPr/>
    </dgm:pt>
    <dgm:pt modelId="{F4606BC5-85F8-4520-9604-9240CEDE06B9}" type="pres">
      <dgm:prSet presAssocID="{1ACB537F-DD58-43F7-BF98-5AD7F6EA5FC4}" presName="negativeSpace" presStyleCnt="0"/>
      <dgm:spPr/>
    </dgm:pt>
    <dgm:pt modelId="{5B80F18A-F487-4FD6-BE91-E0CF04FF320E}" type="pres">
      <dgm:prSet presAssocID="{1ACB537F-DD58-43F7-BF98-5AD7F6EA5FC4}" presName="childText" presStyleLbl="conFgAcc1" presStyleIdx="4" presStyleCnt="8">
        <dgm:presLayoutVars>
          <dgm:bulletEnabled val="1"/>
        </dgm:presLayoutVars>
      </dgm:prSet>
      <dgm:spPr/>
    </dgm:pt>
    <dgm:pt modelId="{87319024-58FB-4726-B0B1-1876029AB201}" type="pres">
      <dgm:prSet presAssocID="{77C0B37A-C761-4EDD-8363-C616BBB00027}" presName="spaceBetweenRectangles" presStyleCnt="0"/>
      <dgm:spPr/>
    </dgm:pt>
    <dgm:pt modelId="{E0BE9AC0-E55B-455B-A80F-BE1F1A2853CB}" type="pres">
      <dgm:prSet presAssocID="{43EDC3AC-729B-491B-A675-F524C38CBCB7}" presName="parentLin" presStyleCnt="0"/>
      <dgm:spPr/>
    </dgm:pt>
    <dgm:pt modelId="{FDD98770-9475-4761-B554-4B08489DFFC6}" type="pres">
      <dgm:prSet presAssocID="{43EDC3AC-729B-491B-A675-F524C38CBCB7}" presName="parentLeftMargin" presStyleLbl="node1" presStyleIdx="4" presStyleCnt="8"/>
      <dgm:spPr/>
    </dgm:pt>
    <dgm:pt modelId="{8D5F7ADC-B58C-4454-98E2-2A7C03C612CC}" type="pres">
      <dgm:prSet presAssocID="{43EDC3AC-729B-491B-A675-F524C38CBCB7}" presName="parentText" presStyleLbl="node1" presStyleIdx="5" presStyleCnt="8" custScaleX="130952">
        <dgm:presLayoutVars>
          <dgm:chMax val="0"/>
          <dgm:bulletEnabled val="1"/>
        </dgm:presLayoutVars>
      </dgm:prSet>
      <dgm:spPr/>
    </dgm:pt>
    <dgm:pt modelId="{FC6E46C4-0879-4437-9FA6-EF4722C6A7AC}" type="pres">
      <dgm:prSet presAssocID="{43EDC3AC-729B-491B-A675-F524C38CBCB7}" presName="negativeSpace" presStyleCnt="0"/>
      <dgm:spPr/>
    </dgm:pt>
    <dgm:pt modelId="{0E555AAC-BBF8-4766-84A6-04ECB879B1C8}" type="pres">
      <dgm:prSet presAssocID="{43EDC3AC-729B-491B-A675-F524C38CBCB7}" presName="childText" presStyleLbl="conFgAcc1" presStyleIdx="5" presStyleCnt="8">
        <dgm:presLayoutVars>
          <dgm:bulletEnabled val="1"/>
        </dgm:presLayoutVars>
      </dgm:prSet>
      <dgm:spPr/>
    </dgm:pt>
    <dgm:pt modelId="{92CB8252-FF31-4D48-8B52-09156FB742AF}" type="pres">
      <dgm:prSet presAssocID="{D9303349-288D-4DC1-AA53-4F97FDE5EB80}" presName="spaceBetweenRectangles" presStyleCnt="0"/>
      <dgm:spPr/>
    </dgm:pt>
    <dgm:pt modelId="{F04A3822-3A85-47DD-87EE-773051C41BBE}" type="pres">
      <dgm:prSet presAssocID="{F0869B7F-DDEE-4161-B6A7-96BEFBB3A8C6}" presName="parentLin" presStyleCnt="0"/>
      <dgm:spPr/>
    </dgm:pt>
    <dgm:pt modelId="{FF0E2E75-538B-450B-9A1E-2E7DE5874A7D}" type="pres">
      <dgm:prSet presAssocID="{F0869B7F-DDEE-4161-B6A7-96BEFBB3A8C6}" presName="parentLeftMargin" presStyleLbl="node1" presStyleIdx="5" presStyleCnt="8"/>
      <dgm:spPr/>
    </dgm:pt>
    <dgm:pt modelId="{86854FA4-0BA9-46B3-9AC7-66182E973CDB}" type="pres">
      <dgm:prSet presAssocID="{F0869B7F-DDEE-4161-B6A7-96BEFBB3A8C6}" presName="parentText" presStyleLbl="node1" presStyleIdx="6" presStyleCnt="8" custScaleX="130952">
        <dgm:presLayoutVars>
          <dgm:chMax val="0"/>
          <dgm:bulletEnabled val="1"/>
        </dgm:presLayoutVars>
      </dgm:prSet>
      <dgm:spPr/>
    </dgm:pt>
    <dgm:pt modelId="{8750B107-AC5E-4EBE-A76E-26612AC627C9}" type="pres">
      <dgm:prSet presAssocID="{F0869B7F-DDEE-4161-B6A7-96BEFBB3A8C6}" presName="negativeSpace" presStyleCnt="0"/>
      <dgm:spPr/>
    </dgm:pt>
    <dgm:pt modelId="{F60C04C1-4EEE-4E0B-83E5-CB403685D738}" type="pres">
      <dgm:prSet presAssocID="{F0869B7F-DDEE-4161-B6A7-96BEFBB3A8C6}" presName="childText" presStyleLbl="conFgAcc1" presStyleIdx="6" presStyleCnt="8">
        <dgm:presLayoutVars>
          <dgm:bulletEnabled val="1"/>
        </dgm:presLayoutVars>
      </dgm:prSet>
      <dgm:spPr/>
    </dgm:pt>
    <dgm:pt modelId="{828B03A1-E1F5-48AB-B515-86E40B81073C}" type="pres">
      <dgm:prSet presAssocID="{94AC469F-EA13-42AB-BCE2-35AB19D49F0A}" presName="spaceBetweenRectangles" presStyleCnt="0"/>
      <dgm:spPr/>
    </dgm:pt>
    <dgm:pt modelId="{C07E427F-0980-42DB-8741-713EC3732EB8}" type="pres">
      <dgm:prSet presAssocID="{6CA8183F-BAEF-4B64-BCC8-17CC6E0841D6}" presName="parentLin" presStyleCnt="0"/>
      <dgm:spPr/>
    </dgm:pt>
    <dgm:pt modelId="{1340BA16-5A61-46DC-9BF6-A1D54CE40677}" type="pres">
      <dgm:prSet presAssocID="{6CA8183F-BAEF-4B64-BCC8-17CC6E0841D6}" presName="parentLeftMargin" presStyleLbl="node1" presStyleIdx="6" presStyleCnt="8"/>
      <dgm:spPr/>
    </dgm:pt>
    <dgm:pt modelId="{736BC595-19BF-43DA-9127-720ED2EC38F7}" type="pres">
      <dgm:prSet presAssocID="{6CA8183F-BAEF-4B64-BCC8-17CC6E0841D6}" presName="parentText" presStyleLbl="node1" presStyleIdx="7" presStyleCnt="8" custScaleX="130952">
        <dgm:presLayoutVars>
          <dgm:chMax val="0"/>
          <dgm:bulletEnabled val="1"/>
        </dgm:presLayoutVars>
      </dgm:prSet>
      <dgm:spPr/>
    </dgm:pt>
    <dgm:pt modelId="{6DF7A5EF-C220-410B-8EDF-52F70FFC72AB}" type="pres">
      <dgm:prSet presAssocID="{6CA8183F-BAEF-4B64-BCC8-17CC6E0841D6}" presName="negativeSpace" presStyleCnt="0"/>
      <dgm:spPr/>
    </dgm:pt>
    <dgm:pt modelId="{CCF745E5-AA06-4290-991A-7A6E53F84F46}" type="pres">
      <dgm:prSet presAssocID="{6CA8183F-BAEF-4B64-BCC8-17CC6E0841D6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4361E401-438C-4642-AF49-40E56C646817}" type="presOf" srcId="{5405CBC0-EAA7-443F-B17F-1D699825ABC3}" destId="{0F755DC8-9C86-4B8F-B791-997BDA4CB85E}" srcOrd="1" destOrd="0" presId="urn:microsoft.com/office/officeart/2005/8/layout/list1"/>
    <dgm:cxn modelId="{E4731206-EAAC-4C30-9B2D-18D8AF8E6629}" type="presOf" srcId="{5405CBC0-EAA7-443F-B17F-1D699825ABC3}" destId="{AD8E3AB3-88E4-486B-9278-23851FD1A1D7}" srcOrd="0" destOrd="0" presId="urn:microsoft.com/office/officeart/2005/8/layout/list1"/>
    <dgm:cxn modelId="{146FC306-8817-4F42-9BC3-4C35066B4094}" type="presOf" srcId="{F0869B7F-DDEE-4161-B6A7-96BEFBB3A8C6}" destId="{FF0E2E75-538B-450B-9A1E-2E7DE5874A7D}" srcOrd="0" destOrd="0" presId="urn:microsoft.com/office/officeart/2005/8/layout/list1"/>
    <dgm:cxn modelId="{3CB68318-B919-4FA3-BC40-D917E32E9DE2}" type="presOf" srcId="{57FFF867-8C78-460F-A40B-DD6A7B328FD3}" destId="{04D365B7-2EBD-4973-B9CD-4171872F5AF4}" srcOrd="0" destOrd="0" presId="urn:microsoft.com/office/officeart/2005/8/layout/list1"/>
    <dgm:cxn modelId="{A8821329-9C3F-440F-A014-0019BB8C03E2}" type="presOf" srcId="{1ACB537F-DD58-43F7-BF98-5AD7F6EA5FC4}" destId="{B3DFDA42-032D-41D4-9CFA-D37C1694B253}" srcOrd="1" destOrd="0" presId="urn:microsoft.com/office/officeart/2005/8/layout/list1"/>
    <dgm:cxn modelId="{E6B70944-96A1-4C1A-90DA-B6D9DC73C42D}" type="presOf" srcId="{C9E37FCA-13CD-4654-9F49-15469E5193FD}" destId="{C69C6F0E-1352-43F4-8DF1-DF286163DACC}" srcOrd="0" destOrd="0" presId="urn:microsoft.com/office/officeart/2005/8/layout/list1"/>
    <dgm:cxn modelId="{B9609C6E-A48A-4106-9A4E-58FF0702EF9D}" srcId="{1150B30E-633F-4555-85A1-8CEBF0EACC37}" destId="{F0869B7F-DDEE-4161-B6A7-96BEFBB3A8C6}" srcOrd="6" destOrd="0" parTransId="{DAA6AC23-B0F0-4DC8-A3F1-1067B39A2501}" sibTransId="{94AC469F-EA13-42AB-BCE2-35AB19D49F0A}"/>
    <dgm:cxn modelId="{AAE9C76F-3D16-447F-ADA9-75B0DF40692D}" type="presOf" srcId="{6CA8183F-BAEF-4B64-BCC8-17CC6E0841D6}" destId="{1340BA16-5A61-46DC-9BF6-A1D54CE40677}" srcOrd="0" destOrd="0" presId="urn:microsoft.com/office/officeart/2005/8/layout/list1"/>
    <dgm:cxn modelId="{B2DE0775-405E-434E-BBEA-B8DA226ED8F9}" type="presOf" srcId="{F0869B7F-DDEE-4161-B6A7-96BEFBB3A8C6}" destId="{86854FA4-0BA9-46B3-9AC7-66182E973CDB}" srcOrd="1" destOrd="0" presId="urn:microsoft.com/office/officeart/2005/8/layout/list1"/>
    <dgm:cxn modelId="{62CCCE87-2C4E-4EC1-A4BE-20CAABFEC735}" type="presOf" srcId="{C9E37FCA-13CD-4654-9F49-15469E5193FD}" destId="{C62C8555-01E6-46A6-B3C6-F3AF1D11BE06}" srcOrd="1" destOrd="0" presId="urn:microsoft.com/office/officeart/2005/8/layout/list1"/>
    <dgm:cxn modelId="{1947168A-061A-4580-A066-767A9CA9B5CF}" srcId="{1150B30E-633F-4555-85A1-8CEBF0EACC37}" destId="{C9E37FCA-13CD-4654-9F49-15469E5193FD}" srcOrd="3" destOrd="0" parTransId="{85A45ABC-F602-4B0C-AC0F-F94406208B62}" sibTransId="{CACC20AD-22B1-4487-AF6A-7DA29D4AAF41}"/>
    <dgm:cxn modelId="{1B84078B-A36D-464F-9230-DF54A527F08F}" type="presOf" srcId="{1ACB537F-DD58-43F7-BF98-5AD7F6EA5FC4}" destId="{49B240F5-E774-4209-9587-1C6C34870606}" srcOrd="0" destOrd="0" presId="urn:microsoft.com/office/officeart/2005/8/layout/list1"/>
    <dgm:cxn modelId="{CA266E8D-8926-4DCA-8EF7-5E5BB32DAEFB}" type="presOf" srcId="{6DD08D4D-9F02-492D-BCCA-EC84577950EF}" destId="{3E30314A-BE1E-4A6C-B2BA-9AB267EFE665}" srcOrd="0" destOrd="0" presId="urn:microsoft.com/office/officeart/2005/8/layout/list1"/>
    <dgm:cxn modelId="{31A25BA1-5DC1-4C51-9302-8D9546E5FF55}" srcId="{1150B30E-633F-4555-85A1-8CEBF0EACC37}" destId="{6CA8183F-BAEF-4B64-BCC8-17CC6E0841D6}" srcOrd="7" destOrd="0" parTransId="{92B46888-58BF-4820-905F-B4499D9B7178}" sibTransId="{160B7572-F3C7-4D3B-B7EC-C09392860923}"/>
    <dgm:cxn modelId="{CAFA2CA2-5B59-44E9-8C95-40058808BAF4}" srcId="{1150B30E-633F-4555-85A1-8CEBF0EACC37}" destId="{43EDC3AC-729B-491B-A675-F524C38CBCB7}" srcOrd="5" destOrd="0" parTransId="{84B1B674-F57A-4657-8E82-D40D64FAC53E}" sibTransId="{D9303349-288D-4DC1-AA53-4F97FDE5EB80}"/>
    <dgm:cxn modelId="{89A1FAA6-70D8-40A7-847D-7ADED237655C}" type="presOf" srcId="{1150B30E-633F-4555-85A1-8CEBF0EACC37}" destId="{A8B18D01-0D43-42CA-B92F-9E80A5F285DF}" srcOrd="0" destOrd="0" presId="urn:microsoft.com/office/officeart/2005/8/layout/list1"/>
    <dgm:cxn modelId="{88A2BDAA-3982-4B77-8F90-54D35BBDBE12}" type="presOf" srcId="{43EDC3AC-729B-491B-A675-F524C38CBCB7}" destId="{8D5F7ADC-B58C-4454-98E2-2A7C03C612CC}" srcOrd="1" destOrd="0" presId="urn:microsoft.com/office/officeart/2005/8/layout/list1"/>
    <dgm:cxn modelId="{323129C3-3E55-4203-9F96-3CF296120EF4}" srcId="{1150B30E-633F-4555-85A1-8CEBF0EACC37}" destId="{1ACB537F-DD58-43F7-BF98-5AD7F6EA5FC4}" srcOrd="4" destOrd="0" parTransId="{F1E2AE67-2E78-417B-97C7-90FEF397A632}" sibTransId="{77C0B37A-C761-4EDD-8363-C616BBB00027}"/>
    <dgm:cxn modelId="{F5A845C8-B2D2-4799-BC5A-0C853A3D8D51}" type="presOf" srcId="{6CA8183F-BAEF-4B64-BCC8-17CC6E0841D6}" destId="{736BC595-19BF-43DA-9127-720ED2EC38F7}" srcOrd="1" destOrd="0" presId="urn:microsoft.com/office/officeart/2005/8/layout/list1"/>
    <dgm:cxn modelId="{7351A6CA-2AB0-4835-A4CB-01CCEA365722}" srcId="{1150B30E-633F-4555-85A1-8CEBF0EACC37}" destId="{5405CBC0-EAA7-443F-B17F-1D699825ABC3}" srcOrd="0" destOrd="0" parTransId="{A7074734-84DB-4365-AAD4-214F5D0A09D7}" sibTransId="{EA8B2180-C500-4001-8435-63CF6A87EE54}"/>
    <dgm:cxn modelId="{88F57CDA-6578-4E6E-8C1D-4CB73AF805E0}" srcId="{1150B30E-633F-4555-85A1-8CEBF0EACC37}" destId="{57FFF867-8C78-460F-A40B-DD6A7B328FD3}" srcOrd="2" destOrd="0" parTransId="{F569D62F-F603-48C6-9ECD-CE9E05E3B5CA}" sibTransId="{6E05F6C9-683F-400A-B3D0-820D735D6447}"/>
    <dgm:cxn modelId="{0511EBDB-9EFE-4579-A136-4A81F94A8434}" type="presOf" srcId="{43EDC3AC-729B-491B-A675-F524C38CBCB7}" destId="{FDD98770-9475-4761-B554-4B08489DFFC6}" srcOrd="0" destOrd="0" presId="urn:microsoft.com/office/officeart/2005/8/layout/list1"/>
    <dgm:cxn modelId="{5CE864E0-81D7-4BB8-B577-8C3FE4AE356F}" type="presOf" srcId="{6DD08D4D-9F02-492D-BCCA-EC84577950EF}" destId="{08A9B882-9D6A-464A-AA94-8357F5B167D8}" srcOrd="1" destOrd="0" presId="urn:microsoft.com/office/officeart/2005/8/layout/list1"/>
    <dgm:cxn modelId="{F8DBFEF7-5E18-430B-8C9E-145C0B03EAA8}" type="presOf" srcId="{57FFF867-8C78-460F-A40B-DD6A7B328FD3}" destId="{295E6EAD-A5F5-4F8E-8F8F-768DC37B73EC}" srcOrd="1" destOrd="0" presId="urn:microsoft.com/office/officeart/2005/8/layout/list1"/>
    <dgm:cxn modelId="{B85D60FC-B953-4C66-96FD-CBDFD9896271}" srcId="{1150B30E-633F-4555-85A1-8CEBF0EACC37}" destId="{6DD08D4D-9F02-492D-BCCA-EC84577950EF}" srcOrd="1" destOrd="0" parTransId="{6EEAA803-6531-4020-95A7-3CFC22713237}" sibTransId="{3D1C2B49-31A4-409D-B950-0D7C0A803B46}"/>
    <dgm:cxn modelId="{067346AF-D4ED-4B0D-AD42-AC6CE4DFCAD9}" type="presParOf" srcId="{A8B18D01-0D43-42CA-B92F-9E80A5F285DF}" destId="{161EFF36-FBDB-402E-B549-4D19BF748F80}" srcOrd="0" destOrd="0" presId="urn:microsoft.com/office/officeart/2005/8/layout/list1"/>
    <dgm:cxn modelId="{4CEA89D6-C8AC-4073-AEA3-DE0552A39D93}" type="presParOf" srcId="{161EFF36-FBDB-402E-B549-4D19BF748F80}" destId="{AD8E3AB3-88E4-486B-9278-23851FD1A1D7}" srcOrd="0" destOrd="0" presId="urn:microsoft.com/office/officeart/2005/8/layout/list1"/>
    <dgm:cxn modelId="{3577F0EB-DB4E-4205-BF50-296C4507088B}" type="presParOf" srcId="{161EFF36-FBDB-402E-B549-4D19BF748F80}" destId="{0F755DC8-9C86-4B8F-B791-997BDA4CB85E}" srcOrd="1" destOrd="0" presId="urn:microsoft.com/office/officeart/2005/8/layout/list1"/>
    <dgm:cxn modelId="{D28DA7AF-7266-4E0B-9097-749B5991B03F}" type="presParOf" srcId="{A8B18D01-0D43-42CA-B92F-9E80A5F285DF}" destId="{8C9DC5B6-EE8C-4BCF-A1D3-7A23980465AE}" srcOrd="1" destOrd="0" presId="urn:microsoft.com/office/officeart/2005/8/layout/list1"/>
    <dgm:cxn modelId="{5C2A232F-DA52-4F70-816A-66BF5A488AB2}" type="presParOf" srcId="{A8B18D01-0D43-42CA-B92F-9E80A5F285DF}" destId="{2B30979D-128C-410C-9155-8BCC1210CFE9}" srcOrd="2" destOrd="0" presId="urn:microsoft.com/office/officeart/2005/8/layout/list1"/>
    <dgm:cxn modelId="{0D3B6CDC-D8AD-48A0-AC15-1F872D43D310}" type="presParOf" srcId="{A8B18D01-0D43-42CA-B92F-9E80A5F285DF}" destId="{4D086D41-2C59-4514-9AC7-4FCB43EF387A}" srcOrd="3" destOrd="0" presId="urn:microsoft.com/office/officeart/2005/8/layout/list1"/>
    <dgm:cxn modelId="{4D5980BC-F7DF-48F2-94CC-5077A53357DE}" type="presParOf" srcId="{A8B18D01-0D43-42CA-B92F-9E80A5F285DF}" destId="{51BC1F46-FE26-4316-AE32-627F6E6613EC}" srcOrd="4" destOrd="0" presId="urn:microsoft.com/office/officeart/2005/8/layout/list1"/>
    <dgm:cxn modelId="{AAC546C5-C9B8-43A5-9791-35F5EBC5C650}" type="presParOf" srcId="{51BC1F46-FE26-4316-AE32-627F6E6613EC}" destId="{3E30314A-BE1E-4A6C-B2BA-9AB267EFE665}" srcOrd="0" destOrd="0" presId="urn:microsoft.com/office/officeart/2005/8/layout/list1"/>
    <dgm:cxn modelId="{52A3DB2E-CB39-4168-BC8D-B67FBD47E759}" type="presParOf" srcId="{51BC1F46-FE26-4316-AE32-627F6E6613EC}" destId="{08A9B882-9D6A-464A-AA94-8357F5B167D8}" srcOrd="1" destOrd="0" presId="urn:microsoft.com/office/officeart/2005/8/layout/list1"/>
    <dgm:cxn modelId="{C4F2E525-44E3-4C04-98F5-1C34747F2D09}" type="presParOf" srcId="{A8B18D01-0D43-42CA-B92F-9E80A5F285DF}" destId="{012EF04B-20C8-47BE-81B0-7590337723E8}" srcOrd="5" destOrd="0" presId="urn:microsoft.com/office/officeart/2005/8/layout/list1"/>
    <dgm:cxn modelId="{92B64EEC-3083-4D62-BA03-1256B46D6F1B}" type="presParOf" srcId="{A8B18D01-0D43-42CA-B92F-9E80A5F285DF}" destId="{3F908CCA-EA30-4DB1-9274-EC418026C1D7}" srcOrd="6" destOrd="0" presId="urn:microsoft.com/office/officeart/2005/8/layout/list1"/>
    <dgm:cxn modelId="{258B89EE-C0C2-42EA-918D-F37643975CB2}" type="presParOf" srcId="{A8B18D01-0D43-42CA-B92F-9E80A5F285DF}" destId="{A3A2B3ED-AB43-4D9C-BCFB-F4045084EA59}" srcOrd="7" destOrd="0" presId="urn:microsoft.com/office/officeart/2005/8/layout/list1"/>
    <dgm:cxn modelId="{B6FA5D53-522B-4D68-BAE0-22C8C8523D68}" type="presParOf" srcId="{A8B18D01-0D43-42CA-B92F-9E80A5F285DF}" destId="{9B4C315E-DD3A-433C-B9BF-9720A42B5EE5}" srcOrd="8" destOrd="0" presId="urn:microsoft.com/office/officeart/2005/8/layout/list1"/>
    <dgm:cxn modelId="{9A20CF7B-B93B-44D7-B294-306CAAA2E81A}" type="presParOf" srcId="{9B4C315E-DD3A-433C-B9BF-9720A42B5EE5}" destId="{04D365B7-2EBD-4973-B9CD-4171872F5AF4}" srcOrd="0" destOrd="0" presId="urn:microsoft.com/office/officeart/2005/8/layout/list1"/>
    <dgm:cxn modelId="{08739A77-E90A-4A3B-A2CE-C41C21B37E21}" type="presParOf" srcId="{9B4C315E-DD3A-433C-B9BF-9720A42B5EE5}" destId="{295E6EAD-A5F5-4F8E-8F8F-768DC37B73EC}" srcOrd="1" destOrd="0" presId="urn:microsoft.com/office/officeart/2005/8/layout/list1"/>
    <dgm:cxn modelId="{EE8ECD8F-598E-4578-A63E-6241C5A8F087}" type="presParOf" srcId="{A8B18D01-0D43-42CA-B92F-9E80A5F285DF}" destId="{25E9BAB4-0797-4FBE-893B-A125542359EB}" srcOrd="9" destOrd="0" presId="urn:microsoft.com/office/officeart/2005/8/layout/list1"/>
    <dgm:cxn modelId="{26E00210-0E59-4ECA-A9CC-82A39D66A925}" type="presParOf" srcId="{A8B18D01-0D43-42CA-B92F-9E80A5F285DF}" destId="{DECF09A4-7079-4C08-A6DC-0B6626E7CD8B}" srcOrd="10" destOrd="0" presId="urn:microsoft.com/office/officeart/2005/8/layout/list1"/>
    <dgm:cxn modelId="{DFA34038-0771-409B-B9CF-533230AD1F31}" type="presParOf" srcId="{A8B18D01-0D43-42CA-B92F-9E80A5F285DF}" destId="{48B3A2BB-F7B8-4DF6-AF79-662756E85314}" srcOrd="11" destOrd="0" presId="urn:microsoft.com/office/officeart/2005/8/layout/list1"/>
    <dgm:cxn modelId="{10C8CBED-BDA2-42BA-957C-A0AB0E9C5A39}" type="presParOf" srcId="{A8B18D01-0D43-42CA-B92F-9E80A5F285DF}" destId="{863B01D4-4C94-443E-BBB4-791751249D77}" srcOrd="12" destOrd="0" presId="urn:microsoft.com/office/officeart/2005/8/layout/list1"/>
    <dgm:cxn modelId="{549A1D5C-75BC-438E-A36A-7C8B6A23BD1D}" type="presParOf" srcId="{863B01D4-4C94-443E-BBB4-791751249D77}" destId="{C69C6F0E-1352-43F4-8DF1-DF286163DACC}" srcOrd="0" destOrd="0" presId="urn:microsoft.com/office/officeart/2005/8/layout/list1"/>
    <dgm:cxn modelId="{851CE3D2-1492-400A-AC22-93193FA5916A}" type="presParOf" srcId="{863B01D4-4C94-443E-BBB4-791751249D77}" destId="{C62C8555-01E6-46A6-B3C6-F3AF1D11BE06}" srcOrd="1" destOrd="0" presId="urn:microsoft.com/office/officeart/2005/8/layout/list1"/>
    <dgm:cxn modelId="{8D415813-0FB3-4C7D-8755-87B935021DFA}" type="presParOf" srcId="{A8B18D01-0D43-42CA-B92F-9E80A5F285DF}" destId="{D83C8E65-BA2C-4769-82EB-D8ABD9BD4C19}" srcOrd="13" destOrd="0" presId="urn:microsoft.com/office/officeart/2005/8/layout/list1"/>
    <dgm:cxn modelId="{F454A343-D352-46E1-8A1C-1D7925662BD9}" type="presParOf" srcId="{A8B18D01-0D43-42CA-B92F-9E80A5F285DF}" destId="{D0FA6E70-738A-4895-9BF7-FE7766BD8874}" srcOrd="14" destOrd="0" presId="urn:microsoft.com/office/officeart/2005/8/layout/list1"/>
    <dgm:cxn modelId="{9F6F3FB7-A973-4119-B86A-95CB3A873C55}" type="presParOf" srcId="{A8B18D01-0D43-42CA-B92F-9E80A5F285DF}" destId="{5176788C-508A-451D-AFAB-F08E15E5D2AE}" srcOrd="15" destOrd="0" presId="urn:microsoft.com/office/officeart/2005/8/layout/list1"/>
    <dgm:cxn modelId="{803296C5-3655-41A3-AE23-7A3DEFB2BD6D}" type="presParOf" srcId="{A8B18D01-0D43-42CA-B92F-9E80A5F285DF}" destId="{AC3D020D-5EB6-4343-8437-76514909D13B}" srcOrd="16" destOrd="0" presId="urn:microsoft.com/office/officeart/2005/8/layout/list1"/>
    <dgm:cxn modelId="{CEFCCDC9-6E06-4BFE-A418-F3379A92FF26}" type="presParOf" srcId="{AC3D020D-5EB6-4343-8437-76514909D13B}" destId="{49B240F5-E774-4209-9587-1C6C34870606}" srcOrd="0" destOrd="0" presId="urn:microsoft.com/office/officeart/2005/8/layout/list1"/>
    <dgm:cxn modelId="{3D7616C1-3B32-4175-8E4C-CA96DC8EADDE}" type="presParOf" srcId="{AC3D020D-5EB6-4343-8437-76514909D13B}" destId="{B3DFDA42-032D-41D4-9CFA-D37C1694B253}" srcOrd="1" destOrd="0" presId="urn:microsoft.com/office/officeart/2005/8/layout/list1"/>
    <dgm:cxn modelId="{AE6EBBEF-897E-4F2C-9CC1-AF13530DEBAA}" type="presParOf" srcId="{A8B18D01-0D43-42CA-B92F-9E80A5F285DF}" destId="{F4606BC5-85F8-4520-9604-9240CEDE06B9}" srcOrd="17" destOrd="0" presId="urn:microsoft.com/office/officeart/2005/8/layout/list1"/>
    <dgm:cxn modelId="{00F19390-A28E-4B92-B832-A6B087246B16}" type="presParOf" srcId="{A8B18D01-0D43-42CA-B92F-9E80A5F285DF}" destId="{5B80F18A-F487-4FD6-BE91-E0CF04FF320E}" srcOrd="18" destOrd="0" presId="urn:microsoft.com/office/officeart/2005/8/layout/list1"/>
    <dgm:cxn modelId="{5E3923FC-E03B-4080-A574-5CE02F545A77}" type="presParOf" srcId="{A8B18D01-0D43-42CA-B92F-9E80A5F285DF}" destId="{87319024-58FB-4726-B0B1-1876029AB201}" srcOrd="19" destOrd="0" presId="urn:microsoft.com/office/officeart/2005/8/layout/list1"/>
    <dgm:cxn modelId="{17664765-B50E-4476-B650-4BE49F603807}" type="presParOf" srcId="{A8B18D01-0D43-42CA-B92F-9E80A5F285DF}" destId="{E0BE9AC0-E55B-455B-A80F-BE1F1A2853CB}" srcOrd="20" destOrd="0" presId="urn:microsoft.com/office/officeart/2005/8/layout/list1"/>
    <dgm:cxn modelId="{9CACBAEA-F3E0-4795-A60C-886C4EEFCC24}" type="presParOf" srcId="{E0BE9AC0-E55B-455B-A80F-BE1F1A2853CB}" destId="{FDD98770-9475-4761-B554-4B08489DFFC6}" srcOrd="0" destOrd="0" presId="urn:microsoft.com/office/officeart/2005/8/layout/list1"/>
    <dgm:cxn modelId="{2A763167-0AEF-4123-92D1-B1837C12B159}" type="presParOf" srcId="{E0BE9AC0-E55B-455B-A80F-BE1F1A2853CB}" destId="{8D5F7ADC-B58C-4454-98E2-2A7C03C612CC}" srcOrd="1" destOrd="0" presId="urn:microsoft.com/office/officeart/2005/8/layout/list1"/>
    <dgm:cxn modelId="{02F60E75-9A5A-4C6A-9B00-7123CDBC599A}" type="presParOf" srcId="{A8B18D01-0D43-42CA-B92F-9E80A5F285DF}" destId="{FC6E46C4-0879-4437-9FA6-EF4722C6A7AC}" srcOrd="21" destOrd="0" presId="urn:microsoft.com/office/officeart/2005/8/layout/list1"/>
    <dgm:cxn modelId="{374E9F0D-1BE4-4A95-8C6F-33E8140C6614}" type="presParOf" srcId="{A8B18D01-0D43-42CA-B92F-9E80A5F285DF}" destId="{0E555AAC-BBF8-4766-84A6-04ECB879B1C8}" srcOrd="22" destOrd="0" presId="urn:microsoft.com/office/officeart/2005/8/layout/list1"/>
    <dgm:cxn modelId="{3AA8869F-69AE-4035-B71D-294B25E95B3C}" type="presParOf" srcId="{A8B18D01-0D43-42CA-B92F-9E80A5F285DF}" destId="{92CB8252-FF31-4D48-8B52-09156FB742AF}" srcOrd="23" destOrd="0" presId="urn:microsoft.com/office/officeart/2005/8/layout/list1"/>
    <dgm:cxn modelId="{FA483651-46AE-4A5D-A763-6C1E8414FF2E}" type="presParOf" srcId="{A8B18D01-0D43-42CA-B92F-9E80A5F285DF}" destId="{F04A3822-3A85-47DD-87EE-773051C41BBE}" srcOrd="24" destOrd="0" presId="urn:microsoft.com/office/officeart/2005/8/layout/list1"/>
    <dgm:cxn modelId="{F4A024DD-4705-4851-8097-28FF1582829B}" type="presParOf" srcId="{F04A3822-3A85-47DD-87EE-773051C41BBE}" destId="{FF0E2E75-538B-450B-9A1E-2E7DE5874A7D}" srcOrd="0" destOrd="0" presId="urn:microsoft.com/office/officeart/2005/8/layout/list1"/>
    <dgm:cxn modelId="{BA822676-7DB1-4ACB-9F76-8F2494AB6A88}" type="presParOf" srcId="{F04A3822-3A85-47DD-87EE-773051C41BBE}" destId="{86854FA4-0BA9-46B3-9AC7-66182E973CDB}" srcOrd="1" destOrd="0" presId="urn:microsoft.com/office/officeart/2005/8/layout/list1"/>
    <dgm:cxn modelId="{DCEC5809-52E2-497F-A154-5BDFD208AFA1}" type="presParOf" srcId="{A8B18D01-0D43-42CA-B92F-9E80A5F285DF}" destId="{8750B107-AC5E-4EBE-A76E-26612AC627C9}" srcOrd="25" destOrd="0" presId="urn:microsoft.com/office/officeart/2005/8/layout/list1"/>
    <dgm:cxn modelId="{79F4475C-1237-42F8-96DA-B7C2205BD9D7}" type="presParOf" srcId="{A8B18D01-0D43-42CA-B92F-9E80A5F285DF}" destId="{F60C04C1-4EEE-4E0B-83E5-CB403685D738}" srcOrd="26" destOrd="0" presId="urn:microsoft.com/office/officeart/2005/8/layout/list1"/>
    <dgm:cxn modelId="{94539CBF-9211-430C-9576-19C79BE8798C}" type="presParOf" srcId="{A8B18D01-0D43-42CA-B92F-9E80A5F285DF}" destId="{828B03A1-E1F5-48AB-B515-86E40B81073C}" srcOrd="27" destOrd="0" presId="urn:microsoft.com/office/officeart/2005/8/layout/list1"/>
    <dgm:cxn modelId="{7D22CDE9-99DA-4C31-A612-C04F44571E0A}" type="presParOf" srcId="{A8B18D01-0D43-42CA-B92F-9E80A5F285DF}" destId="{C07E427F-0980-42DB-8741-713EC3732EB8}" srcOrd="28" destOrd="0" presId="urn:microsoft.com/office/officeart/2005/8/layout/list1"/>
    <dgm:cxn modelId="{A72C4462-5094-4E30-ACB2-0B6DE94AE67C}" type="presParOf" srcId="{C07E427F-0980-42DB-8741-713EC3732EB8}" destId="{1340BA16-5A61-46DC-9BF6-A1D54CE40677}" srcOrd="0" destOrd="0" presId="urn:microsoft.com/office/officeart/2005/8/layout/list1"/>
    <dgm:cxn modelId="{554D55E8-7985-4600-A6D4-C87BDCD302FF}" type="presParOf" srcId="{C07E427F-0980-42DB-8741-713EC3732EB8}" destId="{736BC595-19BF-43DA-9127-720ED2EC38F7}" srcOrd="1" destOrd="0" presId="urn:microsoft.com/office/officeart/2005/8/layout/list1"/>
    <dgm:cxn modelId="{BC61E435-C429-4163-B7F6-5E32EBB479B8}" type="presParOf" srcId="{A8B18D01-0D43-42CA-B92F-9E80A5F285DF}" destId="{6DF7A5EF-C220-410B-8EDF-52F70FFC72AB}" srcOrd="29" destOrd="0" presId="urn:microsoft.com/office/officeart/2005/8/layout/list1"/>
    <dgm:cxn modelId="{1FD75BC6-31D1-4C47-A4E7-2D844A6753F2}" type="presParOf" srcId="{A8B18D01-0D43-42CA-B92F-9E80A5F285DF}" destId="{CCF745E5-AA06-4290-991A-7A6E53F84F46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CFC65F-F374-4398-9852-12E9890F5737}" type="doc">
      <dgm:prSet loTypeId="urn:microsoft.com/office/officeart/2005/8/layout/list1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2F2CD2C8-03EE-4E01-B817-D3A36604A26C}">
      <dgm:prSet phldrT="[Текст]" custT="1"/>
      <dgm:spPr/>
      <dgm:t>
        <a:bodyPr/>
        <a:lstStyle/>
        <a:p>
          <a:r>
            <a:rPr lang="uz" sz="2000" dirty="0">
              <a:solidFill>
                <a:srgbClr val="000000"/>
              </a:solidFill>
            </a:rPr>
            <a:t>Bir yoki bir nechta tanlangan fayllardan arxiv yarating</a:t>
          </a:r>
        </a:p>
      </dgm:t>
    </dgm:pt>
    <dgm:pt modelId="{FC02EE38-5C42-4754-8D0A-AB10E7BFB512}" type="parTrans" cxnId="{A179AA3D-01ED-4074-8CFE-814FF8202314}">
      <dgm:prSet/>
      <dgm:spPr/>
      <dgm:t>
        <a:bodyPr/>
        <a:lstStyle/>
        <a:p>
          <a:endParaRPr lang="ru-RU"/>
        </a:p>
      </dgm:t>
    </dgm:pt>
    <dgm:pt modelId="{61E2B725-EDB7-4F8A-9292-EF8450755776}" type="sibTrans" cxnId="{A179AA3D-01ED-4074-8CFE-814FF8202314}">
      <dgm:prSet/>
      <dgm:spPr/>
      <dgm:t>
        <a:bodyPr/>
        <a:lstStyle/>
        <a:p>
          <a:endParaRPr lang="ru-RU"/>
        </a:p>
      </dgm:t>
    </dgm:pt>
    <dgm:pt modelId="{94D6E73E-BD52-45FF-B492-919DD320475B}">
      <dgm:prSet custT="1"/>
      <dgm:spPr/>
      <dgm:t>
        <a:bodyPr/>
        <a:lstStyle/>
        <a:p>
          <a:r>
            <a:rPr lang="uz" sz="2000" dirty="0">
              <a:solidFill>
                <a:srgbClr val="000000"/>
              </a:solidFill>
            </a:rPr>
            <a:t>Mavjud arxivga fayl qo'shish</a:t>
          </a:r>
        </a:p>
      </dgm:t>
    </dgm:pt>
    <dgm:pt modelId="{742B7E90-5AE0-40F2-B369-D7FA7A35E92F}" type="parTrans" cxnId="{99EEE68F-6A80-4F19-A4DE-D68CE2315471}">
      <dgm:prSet/>
      <dgm:spPr/>
      <dgm:t>
        <a:bodyPr/>
        <a:lstStyle/>
        <a:p>
          <a:endParaRPr lang="ru-RU"/>
        </a:p>
      </dgm:t>
    </dgm:pt>
    <dgm:pt modelId="{AC55C8D7-1A39-4FC7-8863-9E6748F68116}" type="sibTrans" cxnId="{99EEE68F-6A80-4F19-A4DE-D68CE2315471}">
      <dgm:prSet/>
      <dgm:spPr/>
      <dgm:t>
        <a:bodyPr/>
        <a:lstStyle/>
        <a:p>
          <a:endParaRPr lang="ru-RU"/>
        </a:p>
      </dgm:t>
    </dgm:pt>
    <dgm:pt modelId="{57FE9B0D-6D34-42FC-A92A-3EA1432636A9}">
      <dgm:prSet custT="1"/>
      <dgm:spPr/>
      <dgm:t>
        <a:bodyPr/>
        <a:lstStyle/>
        <a:p>
          <a:r>
            <a:rPr lang="uz" sz="2000" dirty="0">
              <a:solidFill>
                <a:srgbClr val="000000"/>
              </a:solidFill>
            </a:rPr>
            <a:t>Arxivdan faylni chiqarish</a:t>
          </a:r>
        </a:p>
      </dgm:t>
    </dgm:pt>
    <dgm:pt modelId="{3E9AF5B6-C416-4D04-8AD7-A7A11447D3CB}" type="parTrans" cxnId="{91F9B08B-C57D-406C-96A7-EF9EE2A1F91B}">
      <dgm:prSet/>
      <dgm:spPr/>
      <dgm:t>
        <a:bodyPr/>
        <a:lstStyle/>
        <a:p>
          <a:endParaRPr lang="ru-RU"/>
        </a:p>
      </dgm:t>
    </dgm:pt>
    <dgm:pt modelId="{25494A24-E131-4DB3-83D3-3FAAA2963A49}" type="sibTrans" cxnId="{91F9B08B-C57D-406C-96A7-EF9EE2A1F91B}">
      <dgm:prSet/>
      <dgm:spPr/>
      <dgm:t>
        <a:bodyPr/>
        <a:lstStyle/>
        <a:p>
          <a:endParaRPr lang="ru-RU"/>
        </a:p>
      </dgm:t>
    </dgm:pt>
    <dgm:pt modelId="{3AFBDC33-0528-4BAC-A6A1-18A22011C627}">
      <dgm:prSet custT="1"/>
      <dgm:spPr/>
      <dgm:t>
        <a:bodyPr/>
        <a:lstStyle/>
        <a:p>
          <a:r>
            <a:rPr lang="uz" sz="2000" dirty="0">
              <a:solidFill>
                <a:srgbClr val="000000"/>
              </a:solidFill>
            </a:rPr>
            <a:t>Arxivdan faylni o'chirish</a:t>
          </a:r>
        </a:p>
      </dgm:t>
    </dgm:pt>
    <dgm:pt modelId="{AAC55966-3546-49D8-8350-764344DD65F8}" type="parTrans" cxnId="{22D0C4A0-83D9-4A7F-A26A-233A42E8AE21}">
      <dgm:prSet/>
      <dgm:spPr/>
      <dgm:t>
        <a:bodyPr/>
        <a:lstStyle/>
        <a:p>
          <a:endParaRPr lang="ru-RU"/>
        </a:p>
      </dgm:t>
    </dgm:pt>
    <dgm:pt modelId="{EB3072E0-5CA6-4B74-A386-2FB0317643D3}" type="sibTrans" cxnId="{22D0C4A0-83D9-4A7F-A26A-233A42E8AE21}">
      <dgm:prSet/>
      <dgm:spPr/>
      <dgm:t>
        <a:bodyPr/>
        <a:lstStyle/>
        <a:p>
          <a:endParaRPr lang="ru-RU"/>
        </a:p>
      </dgm:t>
    </dgm:pt>
    <dgm:pt modelId="{D6291757-3B31-49C0-BD0F-D198820A738F}">
      <dgm:prSet custT="1"/>
      <dgm:spPr/>
      <dgm:t>
        <a:bodyPr/>
        <a:lstStyle/>
        <a:p>
          <a:r>
            <a:rPr lang="uz" sz="2000" dirty="0">
              <a:solidFill>
                <a:srgbClr val="000000"/>
              </a:solidFill>
            </a:rPr>
            <a:t>Arxiv tarkibini ko'rish</a:t>
          </a:r>
        </a:p>
      </dgm:t>
    </dgm:pt>
    <dgm:pt modelId="{D2E7A243-A8AB-4787-9A3C-50658DECDB6B}" type="parTrans" cxnId="{8DA590F8-E0F8-475F-BCD3-8F4F03C1CC10}">
      <dgm:prSet/>
      <dgm:spPr/>
      <dgm:t>
        <a:bodyPr/>
        <a:lstStyle/>
        <a:p>
          <a:endParaRPr lang="ru-RU"/>
        </a:p>
      </dgm:t>
    </dgm:pt>
    <dgm:pt modelId="{FD7DC535-05FC-48BC-AB26-099A922DBBA5}" type="sibTrans" cxnId="{8DA590F8-E0F8-475F-BCD3-8F4F03C1CC10}">
      <dgm:prSet/>
      <dgm:spPr/>
      <dgm:t>
        <a:bodyPr/>
        <a:lstStyle/>
        <a:p>
          <a:endParaRPr lang="ru-RU"/>
        </a:p>
      </dgm:t>
    </dgm:pt>
    <dgm:pt modelId="{88167610-5373-4402-8556-21307FD7266C}">
      <dgm:prSet custT="1"/>
      <dgm:spPr/>
      <dgm:t>
        <a:bodyPr/>
        <a:lstStyle/>
        <a:p>
          <a:r>
            <a:rPr lang="uz" sz="2000" dirty="0">
              <a:solidFill>
                <a:srgbClr val="000000"/>
              </a:solidFill>
            </a:rPr>
            <a:t>Arxivdagi faylni tahrirlash va uni yangilangan shaklda arxivda saqlash</a:t>
          </a:r>
        </a:p>
      </dgm:t>
    </dgm:pt>
    <dgm:pt modelId="{421741DB-ACBA-4428-AC8B-76D820DF0088}" type="parTrans" cxnId="{27F6C7DF-A960-4358-91D0-AAD6C059F85D}">
      <dgm:prSet/>
      <dgm:spPr/>
      <dgm:t>
        <a:bodyPr/>
        <a:lstStyle/>
        <a:p>
          <a:endParaRPr lang="ru-RU"/>
        </a:p>
      </dgm:t>
    </dgm:pt>
    <dgm:pt modelId="{6689D275-5A64-400E-8780-F02F6CC1D805}" type="sibTrans" cxnId="{27F6C7DF-A960-4358-91D0-AAD6C059F85D}">
      <dgm:prSet/>
      <dgm:spPr/>
      <dgm:t>
        <a:bodyPr/>
        <a:lstStyle/>
        <a:p>
          <a:endParaRPr lang="ru-RU"/>
        </a:p>
      </dgm:t>
    </dgm:pt>
    <dgm:pt modelId="{D7368092-9462-444F-8A61-AF6B2BB5D041}" type="pres">
      <dgm:prSet presAssocID="{ABCFC65F-F374-4398-9852-12E9890F5737}" presName="linear" presStyleCnt="0">
        <dgm:presLayoutVars>
          <dgm:dir/>
          <dgm:animLvl val="lvl"/>
          <dgm:resizeHandles val="exact"/>
        </dgm:presLayoutVars>
      </dgm:prSet>
      <dgm:spPr/>
    </dgm:pt>
    <dgm:pt modelId="{4DF41E8F-B0CC-44D5-9CC8-8CEFF19E77E6}" type="pres">
      <dgm:prSet presAssocID="{2F2CD2C8-03EE-4E01-B817-D3A36604A26C}" presName="parentLin" presStyleCnt="0"/>
      <dgm:spPr/>
    </dgm:pt>
    <dgm:pt modelId="{4DC7EBFD-3C16-422B-9B35-BEC580443BCA}" type="pres">
      <dgm:prSet presAssocID="{2F2CD2C8-03EE-4E01-B817-D3A36604A26C}" presName="parentLeftMargin" presStyleLbl="node1" presStyleIdx="0" presStyleCnt="6"/>
      <dgm:spPr/>
    </dgm:pt>
    <dgm:pt modelId="{DB2045B1-73EC-41B4-9A35-429EFB9AE386}" type="pres">
      <dgm:prSet presAssocID="{2F2CD2C8-03EE-4E01-B817-D3A36604A26C}" presName="parentText" presStyleLbl="node1" presStyleIdx="0" presStyleCnt="6" custScaleX="131213">
        <dgm:presLayoutVars>
          <dgm:chMax val="0"/>
          <dgm:bulletEnabled val="1"/>
        </dgm:presLayoutVars>
      </dgm:prSet>
      <dgm:spPr/>
    </dgm:pt>
    <dgm:pt modelId="{B9F204DF-8350-434F-B868-8EBAC904642D}" type="pres">
      <dgm:prSet presAssocID="{2F2CD2C8-03EE-4E01-B817-D3A36604A26C}" presName="negativeSpace" presStyleCnt="0"/>
      <dgm:spPr/>
    </dgm:pt>
    <dgm:pt modelId="{28EB85C8-BA94-4B52-86CC-C41EFF0EC80C}" type="pres">
      <dgm:prSet presAssocID="{2F2CD2C8-03EE-4E01-B817-D3A36604A26C}" presName="childText" presStyleLbl="conFgAcc1" presStyleIdx="0" presStyleCnt="6">
        <dgm:presLayoutVars>
          <dgm:bulletEnabled val="1"/>
        </dgm:presLayoutVars>
      </dgm:prSet>
      <dgm:spPr/>
    </dgm:pt>
    <dgm:pt modelId="{D1A8F7D3-7B18-4987-8332-8978E0E61A25}" type="pres">
      <dgm:prSet presAssocID="{61E2B725-EDB7-4F8A-9292-EF8450755776}" presName="spaceBetweenRectangles" presStyleCnt="0"/>
      <dgm:spPr/>
    </dgm:pt>
    <dgm:pt modelId="{ACF64BED-9422-457C-A011-CED21C6C526D}" type="pres">
      <dgm:prSet presAssocID="{94D6E73E-BD52-45FF-B492-919DD320475B}" presName="parentLin" presStyleCnt="0"/>
      <dgm:spPr/>
    </dgm:pt>
    <dgm:pt modelId="{C5F1DC15-921E-4C98-98DD-5CAA9D3D5CBF}" type="pres">
      <dgm:prSet presAssocID="{94D6E73E-BD52-45FF-B492-919DD320475B}" presName="parentLeftMargin" presStyleLbl="node1" presStyleIdx="0" presStyleCnt="6"/>
      <dgm:spPr/>
    </dgm:pt>
    <dgm:pt modelId="{AD760490-419C-4AF0-A61B-891364C63600}" type="pres">
      <dgm:prSet presAssocID="{94D6E73E-BD52-45FF-B492-919DD320475B}" presName="parentText" presStyleLbl="node1" presStyleIdx="1" presStyleCnt="6" custScaleX="131213">
        <dgm:presLayoutVars>
          <dgm:chMax val="0"/>
          <dgm:bulletEnabled val="1"/>
        </dgm:presLayoutVars>
      </dgm:prSet>
      <dgm:spPr/>
    </dgm:pt>
    <dgm:pt modelId="{3431E7AB-3D84-4B52-B169-1592AFB44CD1}" type="pres">
      <dgm:prSet presAssocID="{94D6E73E-BD52-45FF-B492-919DD320475B}" presName="negativeSpace" presStyleCnt="0"/>
      <dgm:spPr/>
    </dgm:pt>
    <dgm:pt modelId="{BC9980DD-F0F0-4C23-9F0A-52F72FEA9E1B}" type="pres">
      <dgm:prSet presAssocID="{94D6E73E-BD52-45FF-B492-919DD320475B}" presName="childText" presStyleLbl="conFgAcc1" presStyleIdx="1" presStyleCnt="6">
        <dgm:presLayoutVars>
          <dgm:bulletEnabled val="1"/>
        </dgm:presLayoutVars>
      </dgm:prSet>
      <dgm:spPr/>
    </dgm:pt>
    <dgm:pt modelId="{6AC8AC69-EB2F-4955-AFD5-402AA9C7CB85}" type="pres">
      <dgm:prSet presAssocID="{AC55C8D7-1A39-4FC7-8863-9E6748F68116}" presName="spaceBetweenRectangles" presStyleCnt="0"/>
      <dgm:spPr/>
    </dgm:pt>
    <dgm:pt modelId="{FB6FCE7B-9787-4CA9-80A9-9A148DD85AC9}" type="pres">
      <dgm:prSet presAssocID="{57FE9B0D-6D34-42FC-A92A-3EA1432636A9}" presName="parentLin" presStyleCnt="0"/>
      <dgm:spPr/>
    </dgm:pt>
    <dgm:pt modelId="{64F98100-BF29-48D2-A59B-30596683C8CF}" type="pres">
      <dgm:prSet presAssocID="{57FE9B0D-6D34-42FC-A92A-3EA1432636A9}" presName="parentLeftMargin" presStyleLbl="node1" presStyleIdx="1" presStyleCnt="6"/>
      <dgm:spPr/>
    </dgm:pt>
    <dgm:pt modelId="{427B60FC-6F20-4A49-B883-FE9E1058CC65}" type="pres">
      <dgm:prSet presAssocID="{57FE9B0D-6D34-42FC-A92A-3EA1432636A9}" presName="parentText" presStyleLbl="node1" presStyleIdx="2" presStyleCnt="6" custScaleX="131213">
        <dgm:presLayoutVars>
          <dgm:chMax val="0"/>
          <dgm:bulletEnabled val="1"/>
        </dgm:presLayoutVars>
      </dgm:prSet>
      <dgm:spPr/>
    </dgm:pt>
    <dgm:pt modelId="{2ED19307-1A44-460E-894B-0D19C7222944}" type="pres">
      <dgm:prSet presAssocID="{57FE9B0D-6D34-42FC-A92A-3EA1432636A9}" presName="negativeSpace" presStyleCnt="0"/>
      <dgm:spPr/>
    </dgm:pt>
    <dgm:pt modelId="{AA35B6F0-A9C5-4BEB-9503-D5BC3BE9D054}" type="pres">
      <dgm:prSet presAssocID="{57FE9B0D-6D34-42FC-A92A-3EA1432636A9}" presName="childText" presStyleLbl="conFgAcc1" presStyleIdx="2" presStyleCnt="6">
        <dgm:presLayoutVars>
          <dgm:bulletEnabled val="1"/>
        </dgm:presLayoutVars>
      </dgm:prSet>
      <dgm:spPr/>
    </dgm:pt>
    <dgm:pt modelId="{4C5D19F2-44C5-4596-B262-8A8E3817DA62}" type="pres">
      <dgm:prSet presAssocID="{25494A24-E131-4DB3-83D3-3FAAA2963A49}" presName="spaceBetweenRectangles" presStyleCnt="0"/>
      <dgm:spPr/>
    </dgm:pt>
    <dgm:pt modelId="{1B087519-E2B2-4744-950C-DDD8C254C227}" type="pres">
      <dgm:prSet presAssocID="{3AFBDC33-0528-4BAC-A6A1-18A22011C627}" presName="parentLin" presStyleCnt="0"/>
      <dgm:spPr/>
    </dgm:pt>
    <dgm:pt modelId="{CC7FA028-2850-429E-AC24-D697BA4489F8}" type="pres">
      <dgm:prSet presAssocID="{3AFBDC33-0528-4BAC-A6A1-18A22011C627}" presName="parentLeftMargin" presStyleLbl="node1" presStyleIdx="2" presStyleCnt="6"/>
      <dgm:spPr/>
    </dgm:pt>
    <dgm:pt modelId="{0AA2A346-6DDB-4231-980B-D4DBA4D32106}" type="pres">
      <dgm:prSet presAssocID="{3AFBDC33-0528-4BAC-A6A1-18A22011C627}" presName="parentText" presStyleLbl="node1" presStyleIdx="3" presStyleCnt="6" custScaleX="131213">
        <dgm:presLayoutVars>
          <dgm:chMax val="0"/>
          <dgm:bulletEnabled val="1"/>
        </dgm:presLayoutVars>
      </dgm:prSet>
      <dgm:spPr/>
    </dgm:pt>
    <dgm:pt modelId="{A670AEC1-F821-4131-BF13-CA22442F93B9}" type="pres">
      <dgm:prSet presAssocID="{3AFBDC33-0528-4BAC-A6A1-18A22011C627}" presName="negativeSpace" presStyleCnt="0"/>
      <dgm:spPr/>
    </dgm:pt>
    <dgm:pt modelId="{BF7DF9F8-8AA6-41B5-AC16-BA9BF2D8EA39}" type="pres">
      <dgm:prSet presAssocID="{3AFBDC33-0528-4BAC-A6A1-18A22011C627}" presName="childText" presStyleLbl="conFgAcc1" presStyleIdx="3" presStyleCnt="6">
        <dgm:presLayoutVars>
          <dgm:bulletEnabled val="1"/>
        </dgm:presLayoutVars>
      </dgm:prSet>
      <dgm:spPr/>
    </dgm:pt>
    <dgm:pt modelId="{7FC1CE5C-A047-4D0A-8645-A3EDC6FABA75}" type="pres">
      <dgm:prSet presAssocID="{EB3072E0-5CA6-4B74-A386-2FB0317643D3}" presName="spaceBetweenRectangles" presStyleCnt="0"/>
      <dgm:spPr/>
    </dgm:pt>
    <dgm:pt modelId="{BB43BEFE-459B-4A1A-87BA-A16A8349300B}" type="pres">
      <dgm:prSet presAssocID="{D6291757-3B31-49C0-BD0F-D198820A738F}" presName="parentLin" presStyleCnt="0"/>
      <dgm:spPr/>
    </dgm:pt>
    <dgm:pt modelId="{15DF8074-9C15-4E38-BF63-98051A63D010}" type="pres">
      <dgm:prSet presAssocID="{D6291757-3B31-49C0-BD0F-D198820A738F}" presName="parentLeftMargin" presStyleLbl="node1" presStyleIdx="3" presStyleCnt="6"/>
      <dgm:spPr/>
    </dgm:pt>
    <dgm:pt modelId="{3DE489B6-4FD8-461D-A1F3-AD11A379CBD1}" type="pres">
      <dgm:prSet presAssocID="{D6291757-3B31-49C0-BD0F-D198820A738F}" presName="parentText" presStyleLbl="node1" presStyleIdx="4" presStyleCnt="6" custScaleX="131213">
        <dgm:presLayoutVars>
          <dgm:chMax val="0"/>
          <dgm:bulletEnabled val="1"/>
        </dgm:presLayoutVars>
      </dgm:prSet>
      <dgm:spPr/>
    </dgm:pt>
    <dgm:pt modelId="{4A6AE1AB-FD51-45E3-8A22-3FDF979323AC}" type="pres">
      <dgm:prSet presAssocID="{D6291757-3B31-49C0-BD0F-D198820A738F}" presName="negativeSpace" presStyleCnt="0"/>
      <dgm:spPr/>
    </dgm:pt>
    <dgm:pt modelId="{A16A7EA3-C6C4-44A7-AD06-73A9779FDF88}" type="pres">
      <dgm:prSet presAssocID="{D6291757-3B31-49C0-BD0F-D198820A738F}" presName="childText" presStyleLbl="conFgAcc1" presStyleIdx="4" presStyleCnt="6">
        <dgm:presLayoutVars>
          <dgm:bulletEnabled val="1"/>
        </dgm:presLayoutVars>
      </dgm:prSet>
      <dgm:spPr/>
    </dgm:pt>
    <dgm:pt modelId="{C8F4F059-D635-40DE-A091-AE1D4A465F24}" type="pres">
      <dgm:prSet presAssocID="{FD7DC535-05FC-48BC-AB26-099A922DBBA5}" presName="spaceBetweenRectangles" presStyleCnt="0"/>
      <dgm:spPr/>
    </dgm:pt>
    <dgm:pt modelId="{315BEA0D-67CA-4722-8B18-357972D23407}" type="pres">
      <dgm:prSet presAssocID="{88167610-5373-4402-8556-21307FD7266C}" presName="parentLin" presStyleCnt="0"/>
      <dgm:spPr/>
    </dgm:pt>
    <dgm:pt modelId="{70B17EA8-C9CE-4508-AD9E-78EE47E8405E}" type="pres">
      <dgm:prSet presAssocID="{88167610-5373-4402-8556-21307FD7266C}" presName="parentLeftMargin" presStyleLbl="node1" presStyleIdx="4" presStyleCnt="6"/>
      <dgm:spPr/>
    </dgm:pt>
    <dgm:pt modelId="{7D4A112B-AD4C-49AD-8296-E19CA976779F}" type="pres">
      <dgm:prSet presAssocID="{88167610-5373-4402-8556-21307FD7266C}" presName="parentText" presStyleLbl="node1" presStyleIdx="5" presStyleCnt="6" custScaleX="131213">
        <dgm:presLayoutVars>
          <dgm:chMax val="0"/>
          <dgm:bulletEnabled val="1"/>
        </dgm:presLayoutVars>
      </dgm:prSet>
      <dgm:spPr/>
    </dgm:pt>
    <dgm:pt modelId="{35F18463-ECEB-4974-BFB7-C53B4B01C3A6}" type="pres">
      <dgm:prSet presAssocID="{88167610-5373-4402-8556-21307FD7266C}" presName="negativeSpace" presStyleCnt="0"/>
      <dgm:spPr/>
    </dgm:pt>
    <dgm:pt modelId="{2B62EEAD-F513-494C-B08B-90E22E3E6342}" type="pres">
      <dgm:prSet presAssocID="{88167610-5373-4402-8556-21307FD7266C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4594C1D-0D1C-4B6F-BB79-1BC122BD06DC}" type="presOf" srcId="{94D6E73E-BD52-45FF-B492-919DD320475B}" destId="{C5F1DC15-921E-4C98-98DD-5CAA9D3D5CBF}" srcOrd="0" destOrd="0" presId="urn:microsoft.com/office/officeart/2005/8/layout/list1"/>
    <dgm:cxn modelId="{B5820D2E-31D7-451E-BF47-36B29C790CB6}" type="presOf" srcId="{2F2CD2C8-03EE-4E01-B817-D3A36604A26C}" destId="{4DC7EBFD-3C16-422B-9B35-BEC580443BCA}" srcOrd="0" destOrd="0" presId="urn:microsoft.com/office/officeart/2005/8/layout/list1"/>
    <dgm:cxn modelId="{A179AA3D-01ED-4074-8CFE-814FF8202314}" srcId="{ABCFC65F-F374-4398-9852-12E9890F5737}" destId="{2F2CD2C8-03EE-4E01-B817-D3A36604A26C}" srcOrd="0" destOrd="0" parTransId="{FC02EE38-5C42-4754-8D0A-AB10E7BFB512}" sibTransId="{61E2B725-EDB7-4F8A-9292-EF8450755776}"/>
    <dgm:cxn modelId="{2C109D70-4721-489E-A0F0-F3FDA3388F30}" type="presOf" srcId="{2F2CD2C8-03EE-4E01-B817-D3A36604A26C}" destId="{DB2045B1-73EC-41B4-9A35-429EFB9AE386}" srcOrd="1" destOrd="0" presId="urn:microsoft.com/office/officeart/2005/8/layout/list1"/>
    <dgm:cxn modelId="{43F9697A-A6F6-45BC-B90B-140CB40C5F97}" type="presOf" srcId="{57FE9B0D-6D34-42FC-A92A-3EA1432636A9}" destId="{64F98100-BF29-48D2-A59B-30596683C8CF}" srcOrd="0" destOrd="0" presId="urn:microsoft.com/office/officeart/2005/8/layout/list1"/>
    <dgm:cxn modelId="{91F9B08B-C57D-406C-96A7-EF9EE2A1F91B}" srcId="{ABCFC65F-F374-4398-9852-12E9890F5737}" destId="{57FE9B0D-6D34-42FC-A92A-3EA1432636A9}" srcOrd="2" destOrd="0" parTransId="{3E9AF5B6-C416-4D04-8AD7-A7A11447D3CB}" sibTransId="{25494A24-E131-4DB3-83D3-3FAAA2963A49}"/>
    <dgm:cxn modelId="{99EEE68F-6A80-4F19-A4DE-D68CE2315471}" srcId="{ABCFC65F-F374-4398-9852-12E9890F5737}" destId="{94D6E73E-BD52-45FF-B492-919DD320475B}" srcOrd="1" destOrd="0" parTransId="{742B7E90-5AE0-40F2-B369-D7FA7A35E92F}" sibTransId="{AC55C8D7-1A39-4FC7-8863-9E6748F68116}"/>
    <dgm:cxn modelId="{22D0C4A0-83D9-4A7F-A26A-233A42E8AE21}" srcId="{ABCFC65F-F374-4398-9852-12E9890F5737}" destId="{3AFBDC33-0528-4BAC-A6A1-18A22011C627}" srcOrd="3" destOrd="0" parTransId="{AAC55966-3546-49D8-8350-764344DD65F8}" sibTransId="{EB3072E0-5CA6-4B74-A386-2FB0317643D3}"/>
    <dgm:cxn modelId="{F1933CAC-8983-4D48-885B-02D5BA16C371}" type="presOf" srcId="{D6291757-3B31-49C0-BD0F-D198820A738F}" destId="{3DE489B6-4FD8-461D-A1F3-AD11A379CBD1}" srcOrd="1" destOrd="0" presId="urn:microsoft.com/office/officeart/2005/8/layout/list1"/>
    <dgm:cxn modelId="{43F49FB1-989E-4609-B5DE-00114EC7A52F}" type="presOf" srcId="{D6291757-3B31-49C0-BD0F-D198820A738F}" destId="{15DF8074-9C15-4E38-BF63-98051A63D010}" srcOrd="0" destOrd="0" presId="urn:microsoft.com/office/officeart/2005/8/layout/list1"/>
    <dgm:cxn modelId="{D97FC3B1-C2F1-428F-ACAE-E63804130D64}" type="presOf" srcId="{3AFBDC33-0528-4BAC-A6A1-18A22011C627}" destId="{CC7FA028-2850-429E-AC24-D697BA4489F8}" srcOrd="0" destOrd="0" presId="urn:microsoft.com/office/officeart/2005/8/layout/list1"/>
    <dgm:cxn modelId="{C18F53C0-3282-4BC5-BD84-128CC7A85C6F}" type="presOf" srcId="{ABCFC65F-F374-4398-9852-12E9890F5737}" destId="{D7368092-9462-444F-8A61-AF6B2BB5D041}" srcOrd="0" destOrd="0" presId="urn:microsoft.com/office/officeart/2005/8/layout/list1"/>
    <dgm:cxn modelId="{7E6C46CC-DB2D-4936-B634-ABDA2274068B}" type="presOf" srcId="{88167610-5373-4402-8556-21307FD7266C}" destId="{7D4A112B-AD4C-49AD-8296-E19CA976779F}" srcOrd="1" destOrd="0" presId="urn:microsoft.com/office/officeart/2005/8/layout/list1"/>
    <dgm:cxn modelId="{27F6C7DF-A960-4358-91D0-AAD6C059F85D}" srcId="{ABCFC65F-F374-4398-9852-12E9890F5737}" destId="{88167610-5373-4402-8556-21307FD7266C}" srcOrd="5" destOrd="0" parTransId="{421741DB-ACBA-4428-AC8B-76D820DF0088}" sibTransId="{6689D275-5A64-400E-8780-F02F6CC1D805}"/>
    <dgm:cxn modelId="{771348F1-AEA8-4CCF-A3BD-DE2BACC4A5D7}" type="presOf" srcId="{88167610-5373-4402-8556-21307FD7266C}" destId="{70B17EA8-C9CE-4508-AD9E-78EE47E8405E}" srcOrd="0" destOrd="0" presId="urn:microsoft.com/office/officeart/2005/8/layout/list1"/>
    <dgm:cxn modelId="{8DA590F8-E0F8-475F-BCD3-8F4F03C1CC10}" srcId="{ABCFC65F-F374-4398-9852-12E9890F5737}" destId="{D6291757-3B31-49C0-BD0F-D198820A738F}" srcOrd="4" destOrd="0" parTransId="{D2E7A243-A8AB-4787-9A3C-50658DECDB6B}" sibTransId="{FD7DC535-05FC-48BC-AB26-099A922DBBA5}"/>
    <dgm:cxn modelId="{AE308BF9-D7CA-4865-95EC-ECAD37B2AEAF}" type="presOf" srcId="{57FE9B0D-6D34-42FC-A92A-3EA1432636A9}" destId="{427B60FC-6F20-4A49-B883-FE9E1058CC65}" srcOrd="1" destOrd="0" presId="urn:microsoft.com/office/officeart/2005/8/layout/list1"/>
    <dgm:cxn modelId="{91F750FD-9ACF-47C3-A952-EEC3E39CCF2A}" type="presOf" srcId="{94D6E73E-BD52-45FF-B492-919DD320475B}" destId="{AD760490-419C-4AF0-A61B-891364C63600}" srcOrd="1" destOrd="0" presId="urn:microsoft.com/office/officeart/2005/8/layout/list1"/>
    <dgm:cxn modelId="{B92338FF-B005-47F8-BF52-DD58A79168F2}" type="presOf" srcId="{3AFBDC33-0528-4BAC-A6A1-18A22011C627}" destId="{0AA2A346-6DDB-4231-980B-D4DBA4D32106}" srcOrd="1" destOrd="0" presId="urn:microsoft.com/office/officeart/2005/8/layout/list1"/>
    <dgm:cxn modelId="{18A9F309-50D8-40AC-A43B-A2F2233D0E18}" type="presParOf" srcId="{D7368092-9462-444F-8A61-AF6B2BB5D041}" destId="{4DF41E8F-B0CC-44D5-9CC8-8CEFF19E77E6}" srcOrd="0" destOrd="0" presId="urn:microsoft.com/office/officeart/2005/8/layout/list1"/>
    <dgm:cxn modelId="{53174EEA-72CE-4F98-A4BA-A6F4D06B4A89}" type="presParOf" srcId="{4DF41E8F-B0CC-44D5-9CC8-8CEFF19E77E6}" destId="{4DC7EBFD-3C16-422B-9B35-BEC580443BCA}" srcOrd="0" destOrd="0" presId="urn:microsoft.com/office/officeart/2005/8/layout/list1"/>
    <dgm:cxn modelId="{150CCC81-246F-40FF-9941-EC7DB6DD7A66}" type="presParOf" srcId="{4DF41E8F-B0CC-44D5-9CC8-8CEFF19E77E6}" destId="{DB2045B1-73EC-41B4-9A35-429EFB9AE386}" srcOrd="1" destOrd="0" presId="urn:microsoft.com/office/officeart/2005/8/layout/list1"/>
    <dgm:cxn modelId="{5DA79653-21E3-46C0-8382-5A1DE9C17398}" type="presParOf" srcId="{D7368092-9462-444F-8A61-AF6B2BB5D041}" destId="{B9F204DF-8350-434F-B868-8EBAC904642D}" srcOrd="1" destOrd="0" presId="urn:microsoft.com/office/officeart/2005/8/layout/list1"/>
    <dgm:cxn modelId="{D5C14362-3A41-4F36-A925-30D1E7C3D7DC}" type="presParOf" srcId="{D7368092-9462-444F-8A61-AF6B2BB5D041}" destId="{28EB85C8-BA94-4B52-86CC-C41EFF0EC80C}" srcOrd="2" destOrd="0" presId="urn:microsoft.com/office/officeart/2005/8/layout/list1"/>
    <dgm:cxn modelId="{9E1D3FAA-F0C3-4F57-A995-CD081E836BF3}" type="presParOf" srcId="{D7368092-9462-444F-8A61-AF6B2BB5D041}" destId="{D1A8F7D3-7B18-4987-8332-8978E0E61A25}" srcOrd="3" destOrd="0" presId="urn:microsoft.com/office/officeart/2005/8/layout/list1"/>
    <dgm:cxn modelId="{C95566C7-550B-4807-87C4-DA9018F2A418}" type="presParOf" srcId="{D7368092-9462-444F-8A61-AF6B2BB5D041}" destId="{ACF64BED-9422-457C-A011-CED21C6C526D}" srcOrd="4" destOrd="0" presId="urn:microsoft.com/office/officeart/2005/8/layout/list1"/>
    <dgm:cxn modelId="{861DD02E-F19D-428E-86F9-F054A795EFE2}" type="presParOf" srcId="{ACF64BED-9422-457C-A011-CED21C6C526D}" destId="{C5F1DC15-921E-4C98-98DD-5CAA9D3D5CBF}" srcOrd="0" destOrd="0" presId="urn:microsoft.com/office/officeart/2005/8/layout/list1"/>
    <dgm:cxn modelId="{1649C4AE-FF4D-428C-9E6F-36DC4F396114}" type="presParOf" srcId="{ACF64BED-9422-457C-A011-CED21C6C526D}" destId="{AD760490-419C-4AF0-A61B-891364C63600}" srcOrd="1" destOrd="0" presId="urn:microsoft.com/office/officeart/2005/8/layout/list1"/>
    <dgm:cxn modelId="{EEF6792D-A5C3-43CF-9595-11576E31F6F4}" type="presParOf" srcId="{D7368092-9462-444F-8A61-AF6B2BB5D041}" destId="{3431E7AB-3D84-4B52-B169-1592AFB44CD1}" srcOrd="5" destOrd="0" presId="urn:microsoft.com/office/officeart/2005/8/layout/list1"/>
    <dgm:cxn modelId="{04AF4364-CF00-456D-9ACE-994415EEB256}" type="presParOf" srcId="{D7368092-9462-444F-8A61-AF6B2BB5D041}" destId="{BC9980DD-F0F0-4C23-9F0A-52F72FEA9E1B}" srcOrd="6" destOrd="0" presId="urn:microsoft.com/office/officeart/2005/8/layout/list1"/>
    <dgm:cxn modelId="{40B3F9D4-55B8-4E05-A3D6-C7E5B70742AB}" type="presParOf" srcId="{D7368092-9462-444F-8A61-AF6B2BB5D041}" destId="{6AC8AC69-EB2F-4955-AFD5-402AA9C7CB85}" srcOrd="7" destOrd="0" presId="urn:microsoft.com/office/officeart/2005/8/layout/list1"/>
    <dgm:cxn modelId="{4F0F2DBA-F84A-4D07-B73A-FA862E1C3FC1}" type="presParOf" srcId="{D7368092-9462-444F-8A61-AF6B2BB5D041}" destId="{FB6FCE7B-9787-4CA9-80A9-9A148DD85AC9}" srcOrd="8" destOrd="0" presId="urn:microsoft.com/office/officeart/2005/8/layout/list1"/>
    <dgm:cxn modelId="{65B07084-C58E-4F39-9D2C-D42001353BA2}" type="presParOf" srcId="{FB6FCE7B-9787-4CA9-80A9-9A148DD85AC9}" destId="{64F98100-BF29-48D2-A59B-30596683C8CF}" srcOrd="0" destOrd="0" presId="urn:microsoft.com/office/officeart/2005/8/layout/list1"/>
    <dgm:cxn modelId="{B9D2991C-3751-471C-9235-EE579F3F2685}" type="presParOf" srcId="{FB6FCE7B-9787-4CA9-80A9-9A148DD85AC9}" destId="{427B60FC-6F20-4A49-B883-FE9E1058CC65}" srcOrd="1" destOrd="0" presId="urn:microsoft.com/office/officeart/2005/8/layout/list1"/>
    <dgm:cxn modelId="{9167AEEA-A800-47DC-8555-A0230DD8F24D}" type="presParOf" srcId="{D7368092-9462-444F-8A61-AF6B2BB5D041}" destId="{2ED19307-1A44-460E-894B-0D19C7222944}" srcOrd="9" destOrd="0" presId="urn:microsoft.com/office/officeart/2005/8/layout/list1"/>
    <dgm:cxn modelId="{AA1688AC-91F2-4F79-BF32-F1E3CBE74732}" type="presParOf" srcId="{D7368092-9462-444F-8A61-AF6B2BB5D041}" destId="{AA35B6F0-A9C5-4BEB-9503-D5BC3BE9D054}" srcOrd="10" destOrd="0" presId="urn:microsoft.com/office/officeart/2005/8/layout/list1"/>
    <dgm:cxn modelId="{AC9AB3EB-DABE-4D15-9582-164BF21216D6}" type="presParOf" srcId="{D7368092-9462-444F-8A61-AF6B2BB5D041}" destId="{4C5D19F2-44C5-4596-B262-8A8E3817DA62}" srcOrd="11" destOrd="0" presId="urn:microsoft.com/office/officeart/2005/8/layout/list1"/>
    <dgm:cxn modelId="{BACC4206-DF01-4781-AC3E-2FC9CCB74D2E}" type="presParOf" srcId="{D7368092-9462-444F-8A61-AF6B2BB5D041}" destId="{1B087519-E2B2-4744-950C-DDD8C254C227}" srcOrd="12" destOrd="0" presId="urn:microsoft.com/office/officeart/2005/8/layout/list1"/>
    <dgm:cxn modelId="{59639719-9B66-4C4A-BC02-073FBBAB4F1E}" type="presParOf" srcId="{1B087519-E2B2-4744-950C-DDD8C254C227}" destId="{CC7FA028-2850-429E-AC24-D697BA4489F8}" srcOrd="0" destOrd="0" presId="urn:microsoft.com/office/officeart/2005/8/layout/list1"/>
    <dgm:cxn modelId="{2BE80988-DE38-49A6-8A9D-CD4B84924886}" type="presParOf" srcId="{1B087519-E2B2-4744-950C-DDD8C254C227}" destId="{0AA2A346-6DDB-4231-980B-D4DBA4D32106}" srcOrd="1" destOrd="0" presId="urn:microsoft.com/office/officeart/2005/8/layout/list1"/>
    <dgm:cxn modelId="{610342BB-9082-4032-B476-0F85D2578024}" type="presParOf" srcId="{D7368092-9462-444F-8A61-AF6B2BB5D041}" destId="{A670AEC1-F821-4131-BF13-CA22442F93B9}" srcOrd="13" destOrd="0" presId="urn:microsoft.com/office/officeart/2005/8/layout/list1"/>
    <dgm:cxn modelId="{A832628D-4908-4B58-966B-B371370A10B9}" type="presParOf" srcId="{D7368092-9462-444F-8A61-AF6B2BB5D041}" destId="{BF7DF9F8-8AA6-41B5-AC16-BA9BF2D8EA39}" srcOrd="14" destOrd="0" presId="urn:microsoft.com/office/officeart/2005/8/layout/list1"/>
    <dgm:cxn modelId="{3234ADAE-DD03-4A49-8498-1012CE723376}" type="presParOf" srcId="{D7368092-9462-444F-8A61-AF6B2BB5D041}" destId="{7FC1CE5C-A047-4D0A-8645-A3EDC6FABA75}" srcOrd="15" destOrd="0" presId="urn:microsoft.com/office/officeart/2005/8/layout/list1"/>
    <dgm:cxn modelId="{C12CEA3E-7F50-44EE-8DE2-A34E3F58B0D6}" type="presParOf" srcId="{D7368092-9462-444F-8A61-AF6B2BB5D041}" destId="{BB43BEFE-459B-4A1A-87BA-A16A8349300B}" srcOrd="16" destOrd="0" presId="urn:microsoft.com/office/officeart/2005/8/layout/list1"/>
    <dgm:cxn modelId="{D74A3579-6A7D-4394-B7B7-D6EA0DEF5DCB}" type="presParOf" srcId="{BB43BEFE-459B-4A1A-87BA-A16A8349300B}" destId="{15DF8074-9C15-4E38-BF63-98051A63D010}" srcOrd="0" destOrd="0" presId="urn:microsoft.com/office/officeart/2005/8/layout/list1"/>
    <dgm:cxn modelId="{ABDAD413-52AE-4B40-A232-2C9B8AFB5662}" type="presParOf" srcId="{BB43BEFE-459B-4A1A-87BA-A16A8349300B}" destId="{3DE489B6-4FD8-461D-A1F3-AD11A379CBD1}" srcOrd="1" destOrd="0" presId="urn:microsoft.com/office/officeart/2005/8/layout/list1"/>
    <dgm:cxn modelId="{B5D8A4BB-C2E3-448E-83B6-06E9A01BCFF8}" type="presParOf" srcId="{D7368092-9462-444F-8A61-AF6B2BB5D041}" destId="{4A6AE1AB-FD51-45E3-8A22-3FDF979323AC}" srcOrd="17" destOrd="0" presId="urn:microsoft.com/office/officeart/2005/8/layout/list1"/>
    <dgm:cxn modelId="{099B4A60-DB76-47B3-ABD5-3E7A4184FF6B}" type="presParOf" srcId="{D7368092-9462-444F-8A61-AF6B2BB5D041}" destId="{A16A7EA3-C6C4-44A7-AD06-73A9779FDF88}" srcOrd="18" destOrd="0" presId="urn:microsoft.com/office/officeart/2005/8/layout/list1"/>
    <dgm:cxn modelId="{B1A4EBAD-07D1-4A68-86BD-B44EC15168F2}" type="presParOf" srcId="{D7368092-9462-444F-8A61-AF6B2BB5D041}" destId="{C8F4F059-D635-40DE-A091-AE1D4A465F24}" srcOrd="19" destOrd="0" presId="urn:microsoft.com/office/officeart/2005/8/layout/list1"/>
    <dgm:cxn modelId="{EB165219-F986-49BF-8E8F-5F35153D82F3}" type="presParOf" srcId="{D7368092-9462-444F-8A61-AF6B2BB5D041}" destId="{315BEA0D-67CA-4722-8B18-357972D23407}" srcOrd="20" destOrd="0" presId="urn:microsoft.com/office/officeart/2005/8/layout/list1"/>
    <dgm:cxn modelId="{2EB08437-3458-4385-ADBF-126D0F909732}" type="presParOf" srcId="{315BEA0D-67CA-4722-8B18-357972D23407}" destId="{70B17EA8-C9CE-4508-AD9E-78EE47E8405E}" srcOrd="0" destOrd="0" presId="urn:microsoft.com/office/officeart/2005/8/layout/list1"/>
    <dgm:cxn modelId="{A43D2EEB-9FDE-4D22-8AD4-7043BFBE12FA}" type="presParOf" srcId="{315BEA0D-67CA-4722-8B18-357972D23407}" destId="{7D4A112B-AD4C-49AD-8296-E19CA976779F}" srcOrd="1" destOrd="0" presId="urn:microsoft.com/office/officeart/2005/8/layout/list1"/>
    <dgm:cxn modelId="{6F94C6E2-6279-4A67-B8F6-7B90435F01E0}" type="presParOf" srcId="{D7368092-9462-444F-8A61-AF6B2BB5D041}" destId="{35F18463-ECEB-4974-BFB7-C53B4B01C3A6}" srcOrd="21" destOrd="0" presId="urn:microsoft.com/office/officeart/2005/8/layout/list1"/>
    <dgm:cxn modelId="{F041E386-37DF-4CA2-AA97-82B39A353097}" type="presParOf" srcId="{D7368092-9462-444F-8A61-AF6B2BB5D041}" destId="{2B62EEAD-F513-494C-B08B-90E22E3E6342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BDBC2-49E0-465D-9AE7-BC6DC9874D56}">
      <dsp:nvSpPr>
        <dsp:cNvPr id="0" name=""/>
        <dsp:cNvSpPr/>
      </dsp:nvSpPr>
      <dsp:spPr>
        <a:xfrm>
          <a:off x="0" y="384900"/>
          <a:ext cx="8215370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DEA95-8104-4281-9382-247D95F376B1}">
      <dsp:nvSpPr>
        <dsp:cNvPr id="0" name=""/>
        <dsp:cNvSpPr/>
      </dsp:nvSpPr>
      <dsp:spPr>
        <a:xfrm>
          <a:off x="410768" y="30660"/>
          <a:ext cx="7322383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365" tIns="0" rIns="21736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Matn va grafik muharrirlar va jarayonlar</a:t>
          </a:r>
        </a:p>
      </dsp:txBody>
      <dsp:txXfrm>
        <a:off x="445353" y="65245"/>
        <a:ext cx="7253213" cy="639310"/>
      </dsp:txXfrm>
    </dsp:sp>
    <dsp:sp modelId="{4A757979-3395-4A24-A8E8-841AC3A5BDDD}">
      <dsp:nvSpPr>
        <dsp:cNvPr id="0" name=""/>
        <dsp:cNvSpPr/>
      </dsp:nvSpPr>
      <dsp:spPr>
        <a:xfrm>
          <a:off x="0" y="1473540"/>
          <a:ext cx="8215370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351B8-A855-4117-825A-99A178768335}">
      <dsp:nvSpPr>
        <dsp:cNvPr id="0" name=""/>
        <dsp:cNvSpPr/>
      </dsp:nvSpPr>
      <dsp:spPr>
        <a:xfrm>
          <a:off x="410768" y="1119300"/>
          <a:ext cx="7322383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365" tIns="0" rIns="21736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Matnli hujjatlarni qayta ishlash uchun dasturlar.</a:t>
          </a:r>
        </a:p>
      </dsp:txBody>
      <dsp:txXfrm>
        <a:off x="445353" y="1153885"/>
        <a:ext cx="7253213" cy="639310"/>
      </dsp:txXfrm>
    </dsp:sp>
    <dsp:sp modelId="{55D42D76-1152-4B03-BD1E-D1A0AE84F82F}">
      <dsp:nvSpPr>
        <dsp:cNvPr id="0" name=""/>
        <dsp:cNvSpPr/>
      </dsp:nvSpPr>
      <dsp:spPr>
        <a:xfrm>
          <a:off x="0" y="2562180"/>
          <a:ext cx="8215370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6D109-5C62-47D2-A44C-58BD1554BDF0}">
      <dsp:nvSpPr>
        <dsp:cNvPr id="0" name=""/>
        <dsp:cNvSpPr/>
      </dsp:nvSpPr>
      <dsp:spPr>
        <a:xfrm>
          <a:off x="410768" y="2207940"/>
          <a:ext cx="7322383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365" tIns="0" rIns="21736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Elektron jadvallar</a:t>
          </a:r>
        </a:p>
      </dsp:txBody>
      <dsp:txXfrm>
        <a:off x="445353" y="2242525"/>
        <a:ext cx="7253213" cy="639310"/>
      </dsp:txXfrm>
    </dsp:sp>
    <dsp:sp modelId="{9F2EF23A-0D84-48EC-B471-D9F45E405FF0}">
      <dsp:nvSpPr>
        <dsp:cNvPr id="0" name=""/>
        <dsp:cNvSpPr/>
      </dsp:nvSpPr>
      <dsp:spPr>
        <a:xfrm>
          <a:off x="0" y="3650820"/>
          <a:ext cx="8215370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D90F2-37E6-4FC6-979C-6259A32A509A}">
      <dsp:nvSpPr>
        <dsp:cNvPr id="0" name=""/>
        <dsp:cNvSpPr/>
      </dsp:nvSpPr>
      <dsp:spPr>
        <a:xfrm>
          <a:off x="410768" y="3296579"/>
          <a:ext cx="7322383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365" tIns="0" rIns="21736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Ma'lumotlar bazasini boshqarish tizimlari</a:t>
          </a:r>
        </a:p>
      </dsp:txBody>
      <dsp:txXfrm>
        <a:off x="445353" y="3331164"/>
        <a:ext cx="7253213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DF625-4339-4F31-8238-9DEF3AFF3956}">
      <dsp:nvSpPr>
        <dsp:cNvPr id="0" name=""/>
        <dsp:cNvSpPr/>
      </dsp:nvSpPr>
      <dsp:spPr>
        <a:xfrm>
          <a:off x="0" y="572292"/>
          <a:ext cx="8358246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C3657-3F69-401E-89F0-0122E0506AB3}">
      <dsp:nvSpPr>
        <dsp:cNvPr id="0" name=""/>
        <dsp:cNvSpPr/>
      </dsp:nvSpPr>
      <dsp:spPr>
        <a:xfrm>
          <a:off x="417912" y="40932"/>
          <a:ext cx="7743906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145" tIns="0" rIns="2211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Kompyuter qurilmalarini boshqarish</a:t>
          </a:r>
        </a:p>
      </dsp:txBody>
      <dsp:txXfrm>
        <a:off x="469790" y="92810"/>
        <a:ext cx="7640150" cy="958964"/>
      </dsp:txXfrm>
    </dsp:sp>
    <dsp:sp modelId="{29771547-F29B-4AF1-B1FF-87F812CA48E8}">
      <dsp:nvSpPr>
        <dsp:cNvPr id="0" name=""/>
        <dsp:cNvSpPr/>
      </dsp:nvSpPr>
      <dsp:spPr>
        <a:xfrm>
          <a:off x="0" y="2205253"/>
          <a:ext cx="8358246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4BEC4-E380-4EA6-BD66-B07994225C3C}">
      <dsp:nvSpPr>
        <dsp:cNvPr id="0" name=""/>
        <dsp:cNvSpPr/>
      </dsp:nvSpPr>
      <dsp:spPr>
        <a:xfrm>
          <a:off x="417912" y="1673893"/>
          <a:ext cx="7743906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145" tIns="0" rIns="2211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Dasturlarni ishga tushirish va bajarish</a:t>
          </a:r>
        </a:p>
      </dsp:txBody>
      <dsp:txXfrm>
        <a:off x="469790" y="1725771"/>
        <a:ext cx="7640150" cy="958964"/>
      </dsp:txXfrm>
    </dsp:sp>
    <dsp:sp modelId="{D71FF72D-2528-4198-BE2D-8AA05F502CAE}">
      <dsp:nvSpPr>
        <dsp:cNvPr id="0" name=""/>
        <dsp:cNvSpPr/>
      </dsp:nvSpPr>
      <dsp:spPr>
        <a:xfrm>
          <a:off x="0" y="3838213"/>
          <a:ext cx="8358246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8649D-042E-45AF-994C-CD1D32697862}">
      <dsp:nvSpPr>
        <dsp:cNvPr id="0" name=""/>
        <dsp:cNvSpPr/>
      </dsp:nvSpPr>
      <dsp:spPr>
        <a:xfrm>
          <a:off x="417912" y="3306853"/>
          <a:ext cx="7743906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145" tIns="0" rIns="2211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Foydalanuvchi va kompyuterning o'zaro ta'siri.</a:t>
          </a:r>
        </a:p>
      </dsp:txBody>
      <dsp:txXfrm>
        <a:off x="469790" y="3358731"/>
        <a:ext cx="7640150" cy="9589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FACF86-5D98-481C-8A3D-5545EEADFD02}">
      <dsp:nvSpPr>
        <dsp:cNvPr id="0" name=""/>
        <dsp:cNvSpPr/>
      </dsp:nvSpPr>
      <dsp:spPr>
        <a:xfrm>
          <a:off x="0" y="468002"/>
          <a:ext cx="8572560" cy="781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3DE0E-DCCE-4A93-8219-E8A193EDFF53}">
      <dsp:nvSpPr>
        <dsp:cNvPr id="0" name=""/>
        <dsp:cNvSpPr/>
      </dsp:nvSpPr>
      <dsp:spPr>
        <a:xfrm>
          <a:off x="428628" y="10442"/>
          <a:ext cx="7572399" cy="91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Fayl tizimini boshqaradigan dasturiy ta'minot moduli</a:t>
          </a:r>
        </a:p>
      </dsp:txBody>
      <dsp:txXfrm>
        <a:off x="473300" y="55114"/>
        <a:ext cx="7483055" cy="825776"/>
      </dsp:txXfrm>
    </dsp:sp>
    <dsp:sp modelId="{EED101C5-40B7-4351-BC13-AB4F3A2AE8EC}">
      <dsp:nvSpPr>
        <dsp:cNvPr id="0" name=""/>
        <dsp:cNvSpPr/>
      </dsp:nvSpPr>
      <dsp:spPr>
        <a:xfrm>
          <a:off x="0" y="1874163"/>
          <a:ext cx="8572560" cy="781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82581-73BB-4470-AF82-EF75D23B784C}">
      <dsp:nvSpPr>
        <dsp:cNvPr id="0" name=""/>
        <dsp:cNvSpPr/>
      </dsp:nvSpPr>
      <dsp:spPr>
        <a:xfrm>
          <a:off x="428628" y="1416602"/>
          <a:ext cx="7572399" cy="91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Foydalanuvchi buyruqlarini bajaradigan buyruq protsessori</a:t>
          </a:r>
        </a:p>
      </dsp:txBody>
      <dsp:txXfrm>
        <a:off x="473300" y="1461274"/>
        <a:ext cx="7483055" cy="825776"/>
      </dsp:txXfrm>
    </dsp:sp>
    <dsp:sp modelId="{DFF79DBE-2AAB-425B-8D63-9121ED6A7E75}">
      <dsp:nvSpPr>
        <dsp:cNvPr id="0" name=""/>
        <dsp:cNvSpPr/>
      </dsp:nvSpPr>
      <dsp:spPr>
        <a:xfrm>
          <a:off x="0" y="3280323"/>
          <a:ext cx="8572560" cy="781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77841-DAE3-408D-848C-21CAD40DA05A}">
      <dsp:nvSpPr>
        <dsp:cNvPr id="0" name=""/>
        <dsp:cNvSpPr/>
      </dsp:nvSpPr>
      <dsp:spPr>
        <a:xfrm>
          <a:off x="428628" y="2822763"/>
          <a:ext cx="7572399" cy="91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Grafik foydalanuvchi interfeysini ta'minlovchi dasturiy modullar</a:t>
          </a:r>
        </a:p>
      </dsp:txBody>
      <dsp:txXfrm>
        <a:off x="473300" y="2867435"/>
        <a:ext cx="7483055" cy="8257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0979D-128C-410C-9155-8BCC1210CFE9}">
      <dsp:nvSpPr>
        <dsp:cNvPr id="0" name=""/>
        <dsp:cNvSpPr/>
      </dsp:nvSpPr>
      <dsp:spPr>
        <a:xfrm>
          <a:off x="0" y="211099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55DC8-9C86-4B8F-B791-997BDA4CB85E}">
      <dsp:nvSpPr>
        <dsp:cNvPr id="0" name=""/>
        <dsp:cNvSpPr/>
      </dsp:nvSpPr>
      <dsp:spPr>
        <a:xfrm>
          <a:off x="428628" y="33979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Yaratish</a:t>
          </a:r>
        </a:p>
      </dsp:txBody>
      <dsp:txXfrm>
        <a:off x="445921" y="51272"/>
        <a:ext cx="7823571" cy="319654"/>
      </dsp:txXfrm>
    </dsp:sp>
    <dsp:sp modelId="{3F908CCA-EA30-4DB1-9274-EC418026C1D7}">
      <dsp:nvSpPr>
        <dsp:cNvPr id="0" name=""/>
        <dsp:cNvSpPr/>
      </dsp:nvSpPr>
      <dsp:spPr>
        <a:xfrm>
          <a:off x="0" y="755419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9B882-9D6A-464A-AA94-8357F5B167D8}">
      <dsp:nvSpPr>
        <dsp:cNvPr id="0" name=""/>
        <dsp:cNvSpPr/>
      </dsp:nvSpPr>
      <dsp:spPr>
        <a:xfrm>
          <a:off x="428628" y="578299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Saqlash</a:t>
          </a:r>
        </a:p>
      </dsp:txBody>
      <dsp:txXfrm>
        <a:off x="445921" y="595592"/>
        <a:ext cx="7823571" cy="319654"/>
      </dsp:txXfrm>
    </dsp:sp>
    <dsp:sp modelId="{DECF09A4-7079-4C08-A6DC-0B6626E7CD8B}">
      <dsp:nvSpPr>
        <dsp:cNvPr id="0" name=""/>
        <dsp:cNvSpPr/>
      </dsp:nvSpPr>
      <dsp:spPr>
        <a:xfrm>
          <a:off x="0" y="1299738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E6EAD-A5F5-4F8E-8F8F-768DC37B73EC}">
      <dsp:nvSpPr>
        <dsp:cNvPr id="0" name=""/>
        <dsp:cNvSpPr/>
      </dsp:nvSpPr>
      <dsp:spPr>
        <a:xfrm>
          <a:off x="428628" y="1122619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Yopish</a:t>
          </a:r>
        </a:p>
      </dsp:txBody>
      <dsp:txXfrm>
        <a:off x="445921" y="1139912"/>
        <a:ext cx="7823571" cy="319654"/>
      </dsp:txXfrm>
    </dsp:sp>
    <dsp:sp modelId="{D0FA6E70-738A-4895-9BF7-FE7766BD8874}">
      <dsp:nvSpPr>
        <dsp:cNvPr id="0" name=""/>
        <dsp:cNvSpPr/>
      </dsp:nvSpPr>
      <dsp:spPr>
        <a:xfrm>
          <a:off x="0" y="1844058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C8555-01E6-46A6-B3C6-F3AF1D11BE06}">
      <dsp:nvSpPr>
        <dsp:cNvPr id="0" name=""/>
        <dsp:cNvSpPr/>
      </dsp:nvSpPr>
      <dsp:spPr>
        <a:xfrm>
          <a:off x="428628" y="166693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Ochiq</a:t>
          </a:r>
        </a:p>
      </dsp:txBody>
      <dsp:txXfrm>
        <a:off x="445921" y="1684231"/>
        <a:ext cx="7823571" cy="319654"/>
      </dsp:txXfrm>
    </dsp:sp>
    <dsp:sp modelId="{5B80F18A-F487-4FD6-BE91-E0CF04FF320E}">
      <dsp:nvSpPr>
        <dsp:cNvPr id="0" name=""/>
        <dsp:cNvSpPr/>
      </dsp:nvSpPr>
      <dsp:spPr>
        <a:xfrm>
          <a:off x="0" y="2388378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FDA42-032D-41D4-9CFA-D37C1694B253}">
      <dsp:nvSpPr>
        <dsp:cNvPr id="0" name=""/>
        <dsp:cNvSpPr/>
      </dsp:nvSpPr>
      <dsp:spPr>
        <a:xfrm>
          <a:off x="428628" y="221125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Nomini o'zgartirish</a:t>
          </a:r>
        </a:p>
      </dsp:txBody>
      <dsp:txXfrm>
        <a:off x="445921" y="2228551"/>
        <a:ext cx="7823571" cy="319654"/>
      </dsp:txXfrm>
    </dsp:sp>
    <dsp:sp modelId="{0E555AAC-BBF8-4766-84A6-04ECB879B1C8}">
      <dsp:nvSpPr>
        <dsp:cNvPr id="0" name=""/>
        <dsp:cNvSpPr/>
      </dsp:nvSpPr>
      <dsp:spPr>
        <a:xfrm>
          <a:off x="0" y="2932698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F7ADC-B58C-4454-98E2-2A7C03C612CC}">
      <dsp:nvSpPr>
        <dsp:cNvPr id="0" name=""/>
        <dsp:cNvSpPr/>
      </dsp:nvSpPr>
      <dsp:spPr>
        <a:xfrm>
          <a:off x="428628" y="275557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Oʻchirish</a:t>
          </a:r>
        </a:p>
      </dsp:txBody>
      <dsp:txXfrm>
        <a:off x="445921" y="2772871"/>
        <a:ext cx="7823571" cy="319654"/>
      </dsp:txXfrm>
    </dsp:sp>
    <dsp:sp modelId="{F60C04C1-4EEE-4E0B-83E5-CB403685D738}">
      <dsp:nvSpPr>
        <dsp:cNvPr id="0" name=""/>
        <dsp:cNvSpPr/>
      </dsp:nvSpPr>
      <dsp:spPr>
        <a:xfrm>
          <a:off x="0" y="3477019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54FA4-0BA9-46B3-9AC7-66182E973CDB}">
      <dsp:nvSpPr>
        <dsp:cNvPr id="0" name=""/>
        <dsp:cNvSpPr/>
      </dsp:nvSpPr>
      <dsp:spPr>
        <a:xfrm>
          <a:off x="428628" y="329989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Ko'chirish</a:t>
          </a:r>
        </a:p>
      </dsp:txBody>
      <dsp:txXfrm>
        <a:off x="445921" y="3317191"/>
        <a:ext cx="7823571" cy="319654"/>
      </dsp:txXfrm>
    </dsp:sp>
    <dsp:sp modelId="{CCF745E5-AA06-4290-991A-7A6E53F84F46}">
      <dsp:nvSpPr>
        <dsp:cNvPr id="0" name=""/>
        <dsp:cNvSpPr/>
      </dsp:nvSpPr>
      <dsp:spPr>
        <a:xfrm>
          <a:off x="0" y="4021339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BC595-19BF-43DA-9127-720ED2EC38F7}">
      <dsp:nvSpPr>
        <dsp:cNvPr id="0" name=""/>
        <dsp:cNvSpPr/>
      </dsp:nvSpPr>
      <dsp:spPr>
        <a:xfrm>
          <a:off x="428628" y="384421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400" kern="1200" dirty="0">
              <a:solidFill>
                <a:srgbClr val="000000"/>
              </a:solidFill>
            </a:rPr>
            <a:t>Nusxalash</a:t>
          </a:r>
        </a:p>
      </dsp:txBody>
      <dsp:txXfrm>
        <a:off x="445921" y="3861511"/>
        <a:ext cx="7823571" cy="319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B85C8-BA94-4B52-86CC-C41EFF0EC80C}">
      <dsp:nvSpPr>
        <dsp:cNvPr id="0" name=""/>
        <dsp:cNvSpPr/>
      </dsp:nvSpPr>
      <dsp:spPr>
        <a:xfrm>
          <a:off x="0" y="293731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045B1-73EC-41B4-9A35-429EFB9AE386}">
      <dsp:nvSpPr>
        <dsp:cNvPr id="0" name=""/>
        <dsp:cNvSpPr/>
      </dsp:nvSpPr>
      <dsp:spPr>
        <a:xfrm>
          <a:off x="425056" y="28051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000" kern="1200" dirty="0">
              <a:solidFill>
                <a:srgbClr val="000000"/>
              </a:solidFill>
            </a:rPr>
            <a:t>Bir yoki bir nechta tanlangan fayllardan arxiv yarating</a:t>
          </a:r>
        </a:p>
      </dsp:txBody>
      <dsp:txXfrm>
        <a:off x="450995" y="53990"/>
        <a:ext cx="7756326" cy="479482"/>
      </dsp:txXfrm>
    </dsp:sp>
    <dsp:sp modelId="{BC9980DD-F0F0-4C23-9F0A-52F72FEA9E1B}">
      <dsp:nvSpPr>
        <dsp:cNvPr id="0" name=""/>
        <dsp:cNvSpPr/>
      </dsp:nvSpPr>
      <dsp:spPr>
        <a:xfrm>
          <a:off x="0" y="1110211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60490-419C-4AF0-A61B-891364C63600}">
      <dsp:nvSpPr>
        <dsp:cNvPr id="0" name=""/>
        <dsp:cNvSpPr/>
      </dsp:nvSpPr>
      <dsp:spPr>
        <a:xfrm>
          <a:off x="425056" y="84453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000" kern="1200" dirty="0">
              <a:solidFill>
                <a:srgbClr val="000000"/>
              </a:solidFill>
            </a:rPr>
            <a:t>Mavjud arxivga fayl qo'shish</a:t>
          </a:r>
        </a:p>
      </dsp:txBody>
      <dsp:txXfrm>
        <a:off x="450995" y="870471"/>
        <a:ext cx="7756326" cy="479482"/>
      </dsp:txXfrm>
    </dsp:sp>
    <dsp:sp modelId="{AA35B6F0-A9C5-4BEB-9503-D5BC3BE9D054}">
      <dsp:nvSpPr>
        <dsp:cNvPr id="0" name=""/>
        <dsp:cNvSpPr/>
      </dsp:nvSpPr>
      <dsp:spPr>
        <a:xfrm>
          <a:off x="0" y="1926692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B60FC-6F20-4A49-B883-FE9E1058CC65}">
      <dsp:nvSpPr>
        <dsp:cNvPr id="0" name=""/>
        <dsp:cNvSpPr/>
      </dsp:nvSpPr>
      <dsp:spPr>
        <a:xfrm>
          <a:off x="425056" y="166101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000" kern="1200" dirty="0">
              <a:solidFill>
                <a:srgbClr val="000000"/>
              </a:solidFill>
            </a:rPr>
            <a:t>Arxivdan faylni chiqarish</a:t>
          </a:r>
        </a:p>
      </dsp:txBody>
      <dsp:txXfrm>
        <a:off x="450995" y="1686951"/>
        <a:ext cx="7756326" cy="479482"/>
      </dsp:txXfrm>
    </dsp:sp>
    <dsp:sp modelId="{BF7DF9F8-8AA6-41B5-AC16-BA9BF2D8EA39}">
      <dsp:nvSpPr>
        <dsp:cNvPr id="0" name=""/>
        <dsp:cNvSpPr/>
      </dsp:nvSpPr>
      <dsp:spPr>
        <a:xfrm>
          <a:off x="0" y="2743172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2A346-6DDB-4231-980B-D4DBA4D32106}">
      <dsp:nvSpPr>
        <dsp:cNvPr id="0" name=""/>
        <dsp:cNvSpPr/>
      </dsp:nvSpPr>
      <dsp:spPr>
        <a:xfrm>
          <a:off x="425056" y="247749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000" kern="1200" dirty="0">
              <a:solidFill>
                <a:srgbClr val="000000"/>
              </a:solidFill>
            </a:rPr>
            <a:t>Arxivdan faylni o'chirish</a:t>
          </a:r>
        </a:p>
      </dsp:txBody>
      <dsp:txXfrm>
        <a:off x="450995" y="2503431"/>
        <a:ext cx="7756326" cy="479482"/>
      </dsp:txXfrm>
    </dsp:sp>
    <dsp:sp modelId="{A16A7EA3-C6C4-44A7-AD06-73A9779FDF88}">
      <dsp:nvSpPr>
        <dsp:cNvPr id="0" name=""/>
        <dsp:cNvSpPr/>
      </dsp:nvSpPr>
      <dsp:spPr>
        <a:xfrm>
          <a:off x="0" y="3559652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E489B6-4FD8-461D-A1F3-AD11A379CBD1}">
      <dsp:nvSpPr>
        <dsp:cNvPr id="0" name=""/>
        <dsp:cNvSpPr/>
      </dsp:nvSpPr>
      <dsp:spPr>
        <a:xfrm>
          <a:off x="425056" y="329397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000" kern="1200" dirty="0">
              <a:solidFill>
                <a:srgbClr val="000000"/>
              </a:solidFill>
            </a:rPr>
            <a:t>Arxiv tarkibini ko'rish</a:t>
          </a:r>
        </a:p>
      </dsp:txBody>
      <dsp:txXfrm>
        <a:off x="450995" y="3319911"/>
        <a:ext cx="7756326" cy="479482"/>
      </dsp:txXfrm>
    </dsp:sp>
    <dsp:sp modelId="{2B62EEAD-F513-494C-B08B-90E22E3E6342}">
      <dsp:nvSpPr>
        <dsp:cNvPr id="0" name=""/>
        <dsp:cNvSpPr/>
      </dsp:nvSpPr>
      <dsp:spPr>
        <a:xfrm>
          <a:off x="0" y="4376132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A112B-AD4C-49AD-8296-E19CA976779F}">
      <dsp:nvSpPr>
        <dsp:cNvPr id="0" name=""/>
        <dsp:cNvSpPr/>
      </dsp:nvSpPr>
      <dsp:spPr>
        <a:xfrm>
          <a:off x="425056" y="411045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" sz="2000" kern="1200" dirty="0">
              <a:solidFill>
                <a:srgbClr val="000000"/>
              </a:solidFill>
            </a:rPr>
            <a:t>Arxivdagi faylni tahrirlash va uni yangilangan shaklda arxivda saqlash</a:t>
          </a:r>
        </a:p>
      </dsp:txBody>
      <dsp:txXfrm>
        <a:off x="450995" y="4136391"/>
        <a:ext cx="7756326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408D0-1CAD-4E44-A3C4-B7D581179CBD}" type="datetimeFigureOut">
              <a:rPr lang="ru-RU" smtClean="0"/>
              <a:pPr/>
              <a:t>24.10.2025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9DD7D-D0DC-4706-B8B9-98FA43B9628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89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3671888"/>
            <a:ext cx="6048375" cy="11096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8313" y="4532313"/>
            <a:ext cx="6048375" cy="696912"/>
          </a:xfr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176338" y="2492375"/>
            <a:ext cx="3744912" cy="3959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73650" y="2492375"/>
            <a:ext cx="3746500" cy="3959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910388" y="1984375"/>
            <a:ext cx="1909762" cy="44672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76338" y="1984375"/>
            <a:ext cx="5581650" cy="44672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87450" y="1984375"/>
            <a:ext cx="65532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6338" y="2492375"/>
            <a:ext cx="7643812" cy="39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32243" y="477253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uz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ZAMONAVIY KOMPYUTER TEXNOLOGIYALARI</a:t>
            </a:r>
            <a:r>
              <a:rPr lang="en-US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NING </a:t>
            </a:r>
            <a:r>
              <a:rPr lang="uz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TIZIMLI DASTURI</a:t>
            </a:r>
            <a:r>
              <a:rPr lang="en-US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Y TA’MINOTI</a:t>
            </a:r>
            <a:endParaRPr lang="ru-RU" sz="2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KOMPYUTER DASTURI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85720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b="1" dirty="0">
              <a:solidFill>
                <a:srgbClr val="C00000"/>
              </a:solidFill>
            </a:endParaRPr>
          </a:p>
          <a:p>
            <a:pPr algn="ctr"/>
            <a:r>
              <a:rPr lang="uz" sz="2400" b="1" dirty="0">
                <a:solidFill>
                  <a:srgbClr val="C00000"/>
                </a:solidFill>
              </a:rPr>
              <a:t>Dasturiy ta'minot (SW) </a:t>
            </a:r>
            <a:r>
              <a:rPr lang="uz" sz="2400" dirty="0">
                <a:solidFill>
                  <a:srgbClr val="C00000"/>
                </a:solidFill>
              </a:rPr>
              <a:t>- bu </a:t>
            </a:r>
            <a:r>
              <a:rPr lang="uz" sz="2400" dirty="0">
                <a:solidFill>
                  <a:srgbClr val="000000"/>
                </a:solidFill>
              </a:rPr>
              <a:t>kompyuter texnologiyalaridan foydalangan holda ma'lumotlarni qayta ishlash tizimlarini yaratish va ishlatish uchun dasturiy ta'minot va hujjatlash vositalari to'plami.</a:t>
            </a:r>
          </a:p>
          <a:p>
            <a:pPr algn="ctr"/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8596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400" b="1" dirty="0">
                <a:solidFill>
                  <a:srgbClr val="C00000"/>
                </a:solidFill>
              </a:rPr>
              <a:t>Asosiy (tizimli) dasturiy ta'minot </a:t>
            </a:r>
            <a:r>
              <a:rPr lang="uz" sz="2400" dirty="0">
                <a:solidFill>
                  <a:srgbClr val="C00000"/>
                </a:solidFill>
              </a:rPr>
              <a:t>- </a:t>
            </a:r>
            <a:r>
              <a:rPr lang="uz" sz="2400" dirty="0">
                <a:solidFill>
                  <a:srgbClr val="000000"/>
                </a:solidFill>
              </a:rPr>
              <a:t>kompyuterda axborotni qayta ishlash jarayonini tashkil qiladi va amaliy dasturlar uchun normal ish muhitini ta'minlaydi.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ILOVA DASTURI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85720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b="1" dirty="0">
              <a:solidFill>
                <a:srgbClr val="C00000"/>
              </a:solidFill>
            </a:endParaRPr>
          </a:p>
          <a:p>
            <a:pPr algn="ctr"/>
            <a:r>
              <a:rPr lang="uz" sz="2400" b="1" dirty="0">
                <a:solidFill>
                  <a:srgbClr val="C00000"/>
                </a:solidFill>
              </a:rPr>
              <a:t>Amaliy dasturiy ta'minot -</a:t>
            </a:r>
            <a:r>
              <a:rPr lang="uz" sz="2400" dirty="0">
                <a:solidFill>
                  <a:srgbClr val="C00000"/>
                </a:solidFill>
              </a:rPr>
              <a:t> </a:t>
            </a:r>
            <a:r>
              <a:rPr lang="uz" sz="2400" dirty="0">
                <a:solidFill>
                  <a:srgbClr val="000000"/>
                </a:solidFill>
              </a:rPr>
              <a:t>bevosita foydalanuvchining professional muammolarini hal qilishga qaratilgan </a:t>
            </a:r>
            <a:r>
              <a:rPr lang="uz" sz="2400" dirty="0"/>
              <a:t>.</a:t>
            </a:r>
          </a:p>
          <a:p>
            <a:pPr algn="ctr"/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8596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400" b="1" dirty="0">
                <a:solidFill>
                  <a:srgbClr val="C00000"/>
                </a:solidFill>
              </a:rPr>
              <a:t>Ilovalar to'plami -</a:t>
            </a:r>
            <a:r>
              <a:rPr lang="uz" sz="2400" dirty="0">
                <a:solidFill>
                  <a:srgbClr val="C00000"/>
                </a:solidFill>
              </a:rPr>
              <a:t> </a:t>
            </a:r>
            <a:r>
              <a:rPr lang="uz" sz="2400" dirty="0">
                <a:solidFill>
                  <a:srgbClr val="000000"/>
                </a:solidFill>
              </a:rPr>
              <a:t>ma'lum bir sinf muammolarini hal qilish uchun mo'ljallangan dasturlar to'plami.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ILOVA DASTURI</a:t>
            </a:r>
          </a:p>
        </p:txBody>
      </p:sp>
      <p:graphicFrame>
        <p:nvGraphicFramePr>
          <p:cNvPr id="6" name="Схема 5"/>
          <p:cNvGraphicFramePr/>
          <p:nvPr/>
        </p:nvGraphicFramePr>
        <p:xfrm>
          <a:off x="571472" y="2214554"/>
          <a:ext cx="8215370" cy="428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55834" y="1500174"/>
            <a:ext cx="8988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" sz="2400" b="1" dirty="0">
                <a:solidFill>
                  <a:srgbClr val="C00000"/>
                </a:solidFill>
              </a:rPr>
              <a:t>DASTURIY DASTURLAR SINFI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KOMPYUTER DASTURI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85720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400" b="1" dirty="0">
                <a:solidFill>
                  <a:srgbClr val="C00000"/>
                </a:solidFill>
              </a:rPr>
              <a:t>Grafik muharrirlar</a:t>
            </a:r>
            <a:r>
              <a:rPr lang="uz" sz="2400" dirty="0">
                <a:solidFill>
                  <a:srgbClr val="C00000"/>
                </a:solidFill>
              </a:rPr>
              <a:t> </a:t>
            </a:r>
            <a:r>
              <a:rPr lang="uz" sz="2400" dirty="0">
                <a:solidFill>
                  <a:srgbClr val="000000"/>
                </a:solidFill>
              </a:rPr>
              <a:t>grafik hujjatlar, jumladan diagrammalar, rasmlar, chizmalar, jadvallarni qayta ishlash uchun mo'ljallangan.</a:t>
            </a:r>
            <a:endParaRPr lang="ru-RU" dirty="0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571876"/>
            <a:ext cx="2714644" cy="2171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9" y="4214818"/>
            <a:ext cx="2476518" cy="1857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5074" y="3500437"/>
            <a:ext cx="2786082" cy="2011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OPERATSION TIZIM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85720" y="1571612"/>
            <a:ext cx="8501122" cy="392909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800" b="1" dirty="0">
                <a:solidFill>
                  <a:srgbClr val="C00000"/>
                </a:solidFill>
              </a:rPr>
              <a:t>Operatsion tizim (OT) </a:t>
            </a:r>
            <a:r>
              <a:rPr lang="uz" sz="2800" dirty="0">
                <a:solidFill>
                  <a:srgbClr val="C00000"/>
                </a:solidFill>
              </a:rPr>
              <a:t>- bu </a:t>
            </a:r>
            <a:r>
              <a:rPr lang="uz" sz="2800" dirty="0">
                <a:solidFill>
                  <a:srgbClr val="000000"/>
                </a:solidFill>
              </a:rPr>
              <a:t>kompyuterni yuklashni boshqarish, boshqa foydalanuvchi dasturlarini ishga tushirish va bajarish, shuningdek, shaxsiy kompyuterning hisoblash resurslarini rejalashtirish va boshqarish uchun mo'ljallangan maxsus dasturiy vositalar to'plami.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OPERATSION TIZIM</a:t>
            </a:r>
          </a:p>
        </p:txBody>
      </p:sp>
      <p:graphicFrame>
        <p:nvGraphicFramePr>
          <p:cNvPr id="6" name="Схема 5"/>
          <p:cNvGraphicFramePr/>
          <p:nvPr/>
        </p:nvGraphicFramePr>
        <p:xfrm>
          <a:off x="428596" y="1643050"/>
          <a:ext cx="8358246" cy="4786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1142984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z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AMALOT TIZIMI - DASTURLAR MAJMALASI BO'LGAN: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OPERATSION TIZIM</a:t>
            </a:r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1142984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z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Operatsion tizimga misollar: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643050"/>
            <a:ext cx="19050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8992" y="1500174"/>
            <a:ext cx="3209500" cy="177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 l="11967" t="8108" r="13489" b="6756"/>
          <a:stretch>
            <a:fillRect/>
          </a:stretch>
        </p:blipFill>
        <p:spPr bwMode="auto">
          <a:xfrm>
            <a:off x="4786314" y="3286124"/>
            <a:ext cx="3444899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 l="16667" t="18473" r="14583" b="29802"/>
          <a:stretch>
            <a:fillRect/>
          </a:stretch>
        </p:blipFill>
        <p:spPr bwMode="auto">
          <a:xfrm>
            <a:off x="357157" y="3500438"/>
            <a:ext cx="4378129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Windows </a:t>
            </a:r>
            <a:endParaRPr lang="ru-RU" sz="4000" b="1" kern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</a:endParaRPr>
          </a:p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2643174" y="1643050"/>
            <a:ext cx="396627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z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Windows OS tarkibi </a:t>
            </a:r>
            <a:endParaRPr kumimoji="0" lang="ru-RU" sz="36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  <p:graphicFrame>
        <p:nvGraphicFramePr>
          <p:cNvPr id="6" name="Схема 5"/>
          <p:cNvGraphicFramePr/>
          <p:nvPr/>
        </p:nvGraphicFramePr>
        <p:xfrm>
          <a:off x="285720" y="2214554"/>
          <a:ext cx="8572560" cy="407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Windows </a:t>
            </a:r>
            <a:endParaRPr lang="ru-RU" sz="4000" b="1" kern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</a:endParaRPr>
          </a:p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28596" y="1643050"/>
            <a:ext cx="8501122" cy="221457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800" b="1" dirty="0">
              <a:solidFill>
                <a:srgbClr val="000000"/>
              </a:solidFill>
            </a:endParaRPr>
          </a:p>
          <a:p>
            <a:pPr algn="ctr"/>
            <a:r>
              <a:rPr lang="uz" sz="2800" b="1" dirty="0">
                <a:solidFill>
                  <a:srgbClr val="C00000"/>
                </a:solidFill>
              </a:rPr>
              <a:t>Ish stoli </a:t>
            </a:r>
            <a:r>
              <a:rPr lang="uz" sz="2800" dirty="0">
                <a:solidFill>
                  <a:srgbClr val="C00000"/>
                </a:solidFill>
              </a:rPr>
              <a:t>- bu </a:t>
            </a:r>
            <a:r>
              <a:rPr lang="uz" sz="2800" dirty="0">
                <a:solidFill>
                  <a:srgbClr val="000000"/>
                </a:solidFill>
              </a:rPr>
              <a:t>operatsion tizim yuklangandan keyin monitor ekrani.</a:t>
            </a:r>
          </a:p>
          <a:p>
            <a:r>
              <a:rPr lang="uz" sz="2400" dirty="0">
                <a:solidFill>
                  <a:srgbClr val="000000"/>
                </a:solidFill>
              </a:rPr>
              <a:t>Quyidagi ob'ektlar ish stolida joylashgan:</a:t>
            </a:r>
          </a:p>
          <a:p>
            <a:r>
              <a:rPr lang="uz" sz="2400" dirty="0"/>
              <a:t>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4143380"/>
            <a:ext cx="21526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 l="16593" r="20353" b="7352"/>
          <a:stretch>
            <a:fillRect/>
          </a:stretch>
        </p:blipFill>
        <p:spPr bwMode="auto">
          <a:xfrm>
            <a:off x="3571868" y="4643446"/>
            <a:ext cx="1357322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/>
          <a:srcRect l="14085" r="15492"/>
          <a:stretch>
            <a:fillRect/>
          </a:stretch>
        </p:blipFill>
        <p:spPr bwMode="auto">
          <a:xfrm>
            <a:off x="6500826" y="4286256"/>
            <a:ext cx="142876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WINDOWS MA'LUMOT OB'YEKTI : FAYL VA JILK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57158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800" b="1" dirty="0">
                <a:solidFill>
                  <a:srgbClr val="C00000"/>
                </a:solidFill>
              </a:rPr>
              <a:t>Fayl -</a:t>
            </a:r>
            <a:r>
              <a:rPr lang="uz" sz="2800" dirty="0">
                <a:solidFill>
                  <a:srgbClr val="C00000"/>
                </a:solidFill>
              </a:rPr>
              <a:t> </a:t>
            </a:r>
            <a:r>
              <a:rPr lang="uz" sz="2800" dirty="0">
                <a:solidFill>
                  <a:srgbClr val="000000"/>
                </a:solidFill>
              </a:rPr>
              <a:t>kompyuterning tashqi xotirasida saqlanadigan ma'lumotlar to'plami ko'rinishidagi ob'ekt.</a:t>
            </a:r>
          </a:p>
          <a:p>
            <a:pPr algn="ctr"/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57158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400" b="1" dirty="0">
                <a:solidFill>
                  <a:srgbClr val="C00000"/>
                </a:solidFill>
              </a:rPr>
              <a:t>Jild -</a:t>
            </a:r>
            <a:r>
              <a:rPr lang="uz" sz="2400" dirty="0">
                <a:solidFill>
                  <a:srgbClr val="C00000"/>
                </a:solidFill>
              </a:rPr>
              <a:t> </a:t>
            </a:r>
            <a:r>
              <a:rPr lang="uz" sz="2400" dirty="0">
                <a:solidFill>
                  <a:srgbClr val="000000"/>
                </a:solidFill>
              </a:rPr>
              <a:t>boshqa papkalar va fayllarni guruhlash uchun foydalaniladigan Windows muhiti obyekti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WINDOWS MA'LUMOT OB'YEKTI : FAYL VA JILK</a:t>
            </a:r>
          </a:p>
        </p:txBody>
      </p:sp>
      <p:sp>
        <p:nvSpPr>
          <p:cNvPr id="67585" name="Rectangle 1"/>
          <p:cNvSpPr>
            <a:spLocks noChangeArrowheads="1"/>
          </p:cNvSpPr>
          <p:nvPr/>
        </p:nvSpPr>
        <p:spPr bwMode="auto">
          <a:xfrm>
            <a:off x="1857356" y="1571612"/>
            <a:ext cx="51513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z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Papkalar va fayllar bilan amallar:</a:t>
            </a:r>
            <a:endParaRPr kumimoji="0" lang="ru-RU" sz="32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  <p:graphicFrame>
        <p:nvGraphicFramePr>
          <p:cNvPr id="6" name="Схема 5"/>
          <p:cNvGraphicFramePr/>
          <p:nvPr/>
        </p:nvGraphicFramePr>
        <p:xfrm>
          <a:off x="357158" y="2143116"/>
          <a:ext cx="8572560" cy="4357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MISOL</a:t>
            </a:r>
          </a:p>
        </p:txBody>
      </p:sp>
      <p:pic>
        <p:nvPicPr>
          <p:cNvPr id="3" name="Рисунок 2"/>
          <p:cNvPicPr/>
          <p:nvPr/>
        </p:nvPicPr>
        <p:blipFill>
          <a:blip r:embed="rId3"/>
          <a:srcRect l="17638" t="22818" r="53501" b="9869"/>
          <a:stretch>
            <a:fillRect/>
          </a:stretch>
        </p:blipFill>
        <p:spPr bwMode="auto">
          <a:xfrm>
            <a:off x="714348" y="285728"/>
            <a:ext cx="5143536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FAYL VA JIL</a:t>
            </a:r>
            <a:r>
              <a:rPr lang="en-US" sz="4000" b="1" ker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D</a:t>
            </a:r>
            <a:r>
              <a:rPr lang="uz" sz="4000" b="1" ker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LARNI </a:t>
            </a: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ARXIVLASH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57158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800" b="1" dirty="0">
                <a:solidFill>
                  <a:srgbClr val="C00000"/>
                </a:solidFill>
              </a:rPr>
              <a:t>Arxivlash dasturi -</a:t>
            </a:r>
            <a:r>
              <a:rPr lang="uz" sz="2800" dirty="0">
                <a:solidFill>
                  <a:srgbClr val="C00000"/>
                </a:solidFill>
              </a:rPr>
              <a:t> </a:t>
            </a:r>
            <a:r>
              <a:rPr lang="uz" sz="2800" dirty="0">
                <a:solidFill>
                  <a:srgbClr val="000000"/>
                </a:solidFill>
              </a:rPr>
              <a:t>ma'lum bir algoritm yordamida axborotni siqish jarayonini amalga oshiradigan dastur.</a:t>
            </a:r>
          </a:p>
          <a:p>
            <a:pPr algn="ctr"/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57158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400" b="1" dirty="0">
                <a:solidFill>
                  <a:srgbClr val="C00000"/>
                </a:solidFill>
              </a:rPr>
              <a:t>Arxiv fayli -</a:t>
            </a:r>
            <a:r>
              <a:rPr lang="uz" sz="2400" dirty="0">
                <a:solidFill>
                  <a:srgbClr val="C00000"/>
                </a:solidFill>
              </a:rPr>
              <a:t> </a:t>
            </a:r>
            <a:r>
              <a:rPr lang="uz" sz="2400" dirty="0">
                <a:solidFill>
                  <a:srgbClr val="000000"/>
                </a:solidFill>
              </a:rPr>
              <a:t>Arxivlovchi dasturini ishga tushirgandan so'ng olingan </a:t>
            </a:r>
            <a:r>
              <a:rPr lang="uz" sz="2400" dirty="0" err="1">
                <a:solidFill>
                  <a:srgbClr val="000000"/>
                </a:solidFill>
              </a:rPr>
              <a:t>fayl . </a:t>
            </a:r>
            <a:r>
              <a:rPr lang="uz" sz="2400" dirty="0">
                <a:solidFill>
                  <a:srgbClr val="000000"/>
                </a:solidFill>
              </a:rPr>
              <a:t>U siqilgan shaklda bir yoki bir nechta faylni o'z ichiga olishi mumkin.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FAYL VA JILKLARNI ARXIVLASH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57158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800" dirty="0">
                <a:solidFill>
                  <a:srgbClr val="000000"/>
                </a:solidFill>
              </a:rPr>
              <a:t> </a:t>
            </a:r>
          </a:p>
          <a:p>
            <a:pPr algn="ctr"/>
            <a:r>
              <a:rPr lang="uz" sz="2800" b="1" dirty="0">
                <a:solidFill>
                  <a:srgbClr val="C00000"/>
                </a:solidFill>
              </a:rPr>
              <a:t>Arxivlash (qadoqlash) </a:t>
            </a:r>
            <a:r>
              <a:rPr lang="uz" sz="2800" dirty="0">
                <a:solidFill>
                  <a:srgbClr val="C00000"/>
                </a:solidFill>
              </a:rPr>
              <a:t>- bu </a:t>
            </a:r>
            <a:r>
              <a:rPr lang="uz" sz="2800" dirty="0">
                <a:solidFill>
                  <a:srgbClr val="000000"/>
                </a:solidFill>
              </a:rPr>
              <a:t>manba fayllarni arxivga joylashtirish.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57158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" sz="2400" b="1" dirty="0">
                <a:solidFill>
                  <a:srgbClr val="C00000"/>
                </a:solidFill>
              </a:rPr>
              <a:t>Zipni ochish (dekompressiya) </a:t>
            </a:r>
            <a:r>
              <a:rPr lang="uz" sz="2400" dirty="0">
                <a:solidFill>
                  <a:srgbClr val="C00000"/>
                </a:solidFill>
              </a:rPr>
              <a:t>bu </a:t>
            </a:r>
            <a:r>
              <a:rPr lang="uz" sz="2400" dirty="0">
                <a:solidFill>
                  <a:srgbClr val="000000"/>
                </a:solidFill>
              </a:rPr>
              <a:t>arxivdan fayllarni chiqarishdir.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ARXIVORLAR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214422"/>
            <a:ext cx="4572032" cy="2286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6116" y="3643314"/>
            <a:ext cx="5143536" cy="2571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FAYL VA JILKLARNI ARXIVLASH</a:t>
            </a:r>
          </a:p>
        </p:txBody>
      </p:sp>
      <p:sp>
        <p:nvSpPr>
          <p:cNvPr id="71681" name="Rectangle 1"/>
          <p:cNvSpPr>
            <a:spLocks noChangeArrowheads="1"/>
          </p:cNvSpPr>
          <p:nvPr/>
        </p:nvSpPr>
        <p:spPr bwMode="auto">
          <a:xfrm>
            <a:off x="1643042" y="1000108"/>
            <a:ext cx="57985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z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Arxivlash imkoniyatlari:</a:t>
            </a:r>
            <a:endParaRPr kumimoji="0" lang="ru-RU" sz="4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  <p:graphicFrame>
        <p:nvGraphicFramePr>
          <p:cNvPr id="6" name="Схема 5"/>
          <p:cNvGraphicFramePr/>
          <p:nvPr/>
        </p:nvGraphicFramePr>
        <p:xfrm>
          <a:off x="285720" y="1714488"/>
          <a:ext cx="8501122" cy="4857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uz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AMALIY 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596" y="1071546"/>
            <a:ext cx="8429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" sz="3200" b="1" dirty="0">
                <a:solidFill>
                  <a:srgbClr val="000000"/>
                </a:solidFill>
              </a:rPr>
              <a:t>JADVALNI TO'LDIRING</a:t>
            </a:r>
          </a:p>
          <a:p>
            <a:pPr algn="ctr"/>
            <a:r>
              <a:rPr lang="uz" sz="3200" b="1" dirty="0">
                <a:solidFill>
                  <a:srgbClr val="000000"/>
                </a:solidFill>
              </a:rPr>
              <a:t>ISH daftaridagi 21-SAHIF </a:t>
            </a:r>
            <a:r>
              <a:rPr lang="uz" dirty="0"/>
              <a:t>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857224" y="2500306"/>
          <a:ext cx="7715304" cy="3643339"/>
        </p:xfrm>
        <a:graphic>
          <a:graphicData uri="http://schemas.openxmlformats.org/drawingml/2006/table">
            <a:tbl>
              <a:tblPr/>
              <a:tblGrid>
                <a:gridCol w="3562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4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Fayl turi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Kengaytmalar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Bajariladigan dasturlar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.exe, .com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Matnli fayllar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ru-RU" sz="14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Grafik fayllar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ru-RU" sz="14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Audio fayllar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wav ,. o'rta ,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Video fayllar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</a:t>
                      </a:r>
                      <a:r>
                        <a:rPr lang="uz" sz="18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avi </a:t>
                      </a:r>
                      <a:r>
                        <a:rPr lang="uz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mp4 ,. </a:t>
                      </a:r>
                      <a:r>
                        <a:rPr lang="uz" sz="18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mkv</a:t>
                      </a:r>
                      <a:r>
                        <a:rPr lang="uz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Veb- sahifalar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.htm 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14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Dasturlash tillarida dasturlar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bas ,. pas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3">
      <a:dk1>
        <a:srgbClr val="4D4D4D"/>
      </a:dk1>
      <a:lt1>
        <a:srgbClr val="FFFFFF"/>
      </a:lt1>
      <a:dk2>
        <a:srgbClr val="4D4D4D"/>
      </a:dk2>
      <a:lt2>
        <a:srgbClr val="003399"/>
      </a:lt2>
      <a:accent1>
        <a:srgbClr val="66CCFF"/>
      </a:accent1>
      <a:accent2>
        <a:srgbClr val="3366FF"/>
      </a:accent2>
      <a:accent3>
        <a:srgbClr val="FFFFFF"/>
      </a:accent3>
      <a:accent4>
        <a:srgbClr val="404040"/>
      </a:accent4>
      <a:accent5>
        <a:srgbClr val="B8E2FF"/>
      </a:accent5>
      <a:accent6>
        <a:srgbClr val="2D5CE7"/>
      </a:accent6>
      <a:hlink>
        <a:srgbClr val="FFCC00"/>
      </a:hlink>
      <a:folHlink>
        <a:srgbClr val="DDDDDD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4D4D4D"/>
        </a:dk2>
        <a:lt2>
          <a:srgbClr val="0099FF"/>
        </a:lt2>
        <a:accent1>
          <a:srgbClr val="003399"/>
        </a:accent1>
        <a:accent2>
          <a:srgbClr val="CCECFF"/>
        </a:accent2>
        <a:accent3>
          <a:srgbClr val="FFFFFF"/>
        </a:accent3>
        <a:accent4>
          <a:srgbClr val="404040"/>
        </a:accent4>
        <a:accent5>
          <a:srgbClr val="AAADCA"/>
        </a:accent5>
        <a:accent6>
          <a:srgbClr val="B9D6E7"/>
        </a:accent6>
        <a:hlink>
          <a:srgbClr val="6699FF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333333"/>
        </a:dk1>
        <a:lt1>
          <a:srgbClr val="FFFFFF"/>
        </a:lt1>
        <a:dk2>
          <a:srgbClr val="808080"/>
        </a:dk2>
        <a:lt2>
          <a:srgbClr val="003366"/>
        </a:lt2>
        <a:accent1>
          <a:srgbClr val="6699FF"/>
        </a:accent1>
        <a:accent2>
          <a:srgbClr val="990000"/>
        </a:accent2>
        <a:accent3>
          <a:srgbClr val="FFFFFF"/>
        </a:accent3>
        <a:accent4>
          <a:srgbClr val="2A2A2A"/>
        </a:accent4>
        <a:accent5>
          <a:srgbClr val="B8CAFF"/>
        </a:accent5>
        <a:accent6>
          <a:srgbClr val="8A0000"/>
        </a:accent6>
        <a:hlink>
          <a:srgbClr val="0066C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4D4D4D"/>
        </a:dk2>
        <a:lt2>
          <a:srgbClr val="003399"/>
        </a:lt2>
        <a:accent1>
          <a:srgbClr val="66CCFF"/>
        </a:accent1>
        <a:accent2>
          <a:srgbClr val="3366FF"/>
        </a:accent2>
        <a:accent3>
          <a:srgbClr val="FFFFFF"/>
        </a:accent3>
        <a:accent4>
          <a:srgbClr val="404040"/>
        </a:accent4>
        <a:accent5>
          <a:srgbClr val="B8E2FF"/>
        </a:accent5>
        <a:accent6>
          <a:srgbClr val="2D5CE7"/>
        </a:accent6>
        <a:hlink>
          <a:srgbClr val="FFCC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4D4D4D"/>
        </a:dk2>
        <a:lt2>
          <a:srgbClr val="003399"/>
        </a:lt2>
        <a:accent1>
          <a:srgbClr val="6699FF"/>
        </a:accent1>
        <a:accent2>
          <a:srgbClr val="3366FF"/>
        </a:accent2>
        <a:accent3>
          <a:srgbClr val="FFFFFF"/>
        </a:accent3>
        <a:accent4>
          <a:srgbClr val="404040"/>
        </a:accent4>
        <a:accent5>
          <a:srgbClr val="B8CAFF"/>
        </a:accent5>
        <a:accent6>
          <a:srgbClr val="2D5CE7"/>
        </a:accent6>
        <a:hlink>
          <a:srgbClr val="0099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4D4D4D"/>
        </a:dk2>
        <a:lt2>
          <a:srgbClr val="003399"/>
        </a:lt2>
        <a:accent1>
          <a:srgbClr val="6699FF"/>
        </a:accent1>
        <a:accent2>
          <a:srgbClr val="CC0000"/>
        </a:accent2>
        <a:accent3>
          <a:srgbClr val="FFFFFF"/>
        </a:accent3>
        <a:accent4>
          <a:srgbClr val="404040"/>
        </a:accent4>
        <a:accent5>
          <a:srgbClr val="B8CAFF"/>
        </a:accent5>
        <a:accent6>
          <a:srgbClr val="B90000"/>
        </a:accent6>
        <a:hlink>
          <a:srgbClr val="0099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4D4D4D"/>
        </a:dk2>
        <a:lt2>
          <a:srgbClr val="003399"/>
        </a:lt2>
        <a:accent1>
          <a:srgbClr val="6699FF"/>
        </a:accent1>
        <a:accent2>
          <a:srgbClr val="99CCFF"/>
        </a:accent2>
        <a:accent3>
          <a:srgbClr val="FFFFFF"/>
        </a:accent3>
        <a:accent4>
          <a:srgbClr val="404040"/>
        </a:accent4>
        <a:accent5>
          <a:srgbClr val="B8CAFF"/>
        </a:accent5>
        <a:accent6>
          <a:srgbClr val="8AB9E7"/>
        </a:accent6>
        <a:hlink>
          <a:srgbClr val="0099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krasivo</Template>
  <TotalTime>892</TotalTime>
  <Words>464</Words>
  <Application>Microsoft Office PowerPoint</Application>
  <PresentationFormat>Экран (4:3)</PresentationFormat>
  <Paragraphs>100</Paragraphs>
  <Slides>18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template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Педагогические функции мультимедийного проектора</dc:title>
  <dc:creator>Юлия</dc:creator>
  <cp:lastModifiedBy>Kibriyo</cp:lastModifiedBy>
  <cp:revision>66</cp:revision>
  <dcterms:created xsi:type="dcterms:W3CDTF">2010-10-03T14:06:01Z</dcterms:created>
  <dcterms:modified xsi:type="dcterms:W3CDTF">2025-10-24T13:56:35Z</dcterms:modified>
</cp:coreProperties>
</file>