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67" r:id="rId17"/>
    <p:sldId id="268" r:id="rId18"/>
    <p:sldId id="269" r:id="rId19"/>
    <p:sldId id="270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Средства</a:t>
            </a:r>
            <a:r>
              <a:rPr dirty="0"/>
              <a:t> </a:t>
            </a:r>
            <a:r>
              <a:rPr dirty="0" err="1"/>
              <a:t>электронного</a:t>
            </a:r>
            <a:r>
              <a:rPr dirty="0"/>
              <a:t> </a:t>
            </a:r>
            <a:r>
              <a:rPr dirty="0" err="1"/>
              <a:t>обучения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64971"/>
            <a:ext cx="8229600" cy="3361192"/>
          </a:xfrm>
        </p:spPr>
        <p:txBody>
          <a:bodyPr/>
          <a:lstStyle/>
          <a:p>
            <a:r>
              <a:rPr dirty="0"/>
              <a:t>Hot Potatoes | </a:t>
            </a:r>
            <a:r>
              <a:rPr dirty="0" err="1"/>
              <a:t>iSpring</a:t>
            </a:r>
            <a:r>
              <a:rPr dirty="0"/>
              <a:t> | Apps 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электронное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Электронное обучение (E-learning) — это использование цифровых технологий и интернет-ресурсов для организации образовательного процесса.</a:t>
            </a:r>
          </a:p>
          <a:p>
            <a:endParaRPr/>
          </a:p>
          <a:p>
            <a:r>
              <a:t>📘 Позволяет обучаться дистанционно.</a:t>
            </a:r>
          </a:p>
          <a:p>
            <a:r>
              <a:t>💻 Поддерживает интерактивность и визуализацию.</a:t>
            </a:r>
          </a:p>
          <a:p>
            <a:r>
              <a:t>🌐 Используется для онлайн-курсов, тестов и презентаций.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251520" y="750130"/>
            <a:ext cx="8435323" cy="4662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Современные электронные средства обучения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8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7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компьютерные тренажеры; 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тестирующие и контролирующие программы; 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игровые обучающие программы; 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электронные учебники;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наборы </a:t>
            </a:r>
            <a:r>
              <a:rPr kumimoji="0" lang="ru-RU" sz="26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мультимедийных</a:t>
            </a: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ресурсов; </a:t>
            </a:r>
            <a:endParaRPr kumimoji="0" lang="ru-RU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26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справочники и энциклопедии.</a:t>
            </a:r>
            <a:endParaRPr kumimoji="0" lang="ru-RU" sz="18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323528" y="156324"/>
            <a:ext cx="8496944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Причины использования </a:t>
            </a:r>
          </a:p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электронных средств обучения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Активизация психических процессов 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 восприятия, внимания, памяти, мышления)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Активизация познавательного интереса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Использование детской заинтересованности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Использование наглядного материала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Расширение спектра активных методов обучения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Разнообразие содержания учебного материала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Форма подачи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79512" y="320606"/>
            <a:ext cx="8722003" cy="515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Структура урока с использованием ЭСО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8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  <a:ea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Организационный момент: </a:t>
            </a:r>
            <a:r>
              <a:rPr lang="ru-RU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1-2</a:t>
            </a: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минуты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Работа с печатными учебными материалами: </a:t>
            </a:r>
            <a:r>
              <a:rPr lang="ru-RU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5-8</a:t>
            </a: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минут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Физкультминутка: </a:t>
            </a:r>
            <a:r>
              <a:rPr lang="ru-RU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1-2</a:t>
            </a: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минуты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Работа с компьютером: </a:t>
            </a:r>
            <a:r>
              <a:rPr lang="ru-RU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10-15 </a:t>
            </a: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минут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ru-RU" sz="2600" i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(в зависимости от возраста учащихся)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Работа с печатными учебными материалами: </a:t>
            </a:r>
            <a:r>
              <a:rPr lang="ru-RU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5-10</a:t>
            </a: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минут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Подведение итогов: </a:t>
            </a:r>
            <a:r>
              <a:rPr lang="ru-RU" sz="2600" b="1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5-10</a:t>
            </a: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минут.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179512" y="300082"/>
            <a:ext cx="8964488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Использование презентации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Освобождает большое количество времени для выполнения практической работы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Позволяет эстетично и компактно использовать наглядность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Экономит до 30% учебного времени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Увеличивает плотность урока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Обогащает новым содержанием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Даёт возможность увидеть реакцию учеников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Выделить основные характеристики изображаемого объекта (цвет, форма, размер и т.д.)</a:t>
            </a: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Показ некоторых фрагментов видео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251520" y="584394"/>
            <a:ext cx="8892480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Использование ЭСО в образовательном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8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itchFamily="18" charset="0"/>
                <a:ea typeface="Times New Roman" pitchFamily="18" charset="0"/>
                <a:cs typeface="Times New Roman" pitchFamily="18" charset="0"/>
              </a:rPr>
              <a:t>процессе влияет: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 формы и методы представления учебного материала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характер взаимодействия между учениками и учителем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на методику проведения урока целиком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не заменяют традиционные подходы к обучению, а повышают их эффективность.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sz="2600" dirty="0">
                <a:solidFill>
                  <a:srgbClr val="00206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Повышают мотивацию обучения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Hot Potatoes — интерактивные задания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Hot Potatoes —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интерактивных</a:t>
            </a:r>
            <a:r>
              <a:rPr dirty="0"/>
              <a:t> </a:t>
            </a:r>
            <a:r>
              <a:rPr dirty="0" err="1"/>
              <a:t>упражнений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Викторины</a:t>
            </a:r>
            <a:r>
              <a:rPr dirty="0"/>
              <a:t> (Quiz)</a:t>
            </a:r>
          </a:p>
          <a:p>
            <a:r>
              <a:rPr dirty="0"/>
              <a:t>• </a:t>
            </a:r>
            <a:r>
              <a:rPr dirty="0" err="1"/>
              <a:t>Кроссворды</a:t>
            </a:r>
            <a:r>
              <a:rPr dirty="0"/>
              <a:t> (Crossword)</a:t>
            </a:r>
          </a:p>
          <a:p>
            <a:r>
              <a:rPr dirty="0"/>
              <a:t>• </a:t>
            </a:r>
            <a:r>
              <a:rPr dirty="0" err="1"/>
              <a:t>Сопоставления</a:t>
            </a:r>
            <a:r>
              <a:rPr dirty="0"/>
              <a:t> (Matching)</a:t>
            </a:r>
          </a:p>
          <a:p>
            <a:r>
              <a:rPr dirty="0"/>
              <a:t>• </a:t>
            </a:r>
            <a:r>
              <a:rPr dirty="0" err="1"/>
              <a:t>Заполнения</a:t>
            </a:r>
            <a:r>
              <a:rPr dirty="0"/>
              <a:t> </a:t>
            </a:r>
            <a:r>
              <a:rPr dirty="0" err="1"/>
              <a:t>пропусков</a:t>
            </a:r>
            <a:r>
              <a:rPr dirty="0"/>
              <a:t> (Gap-fill)</a:t>
            </a:r>
            <a:endParaRPr lang="ru-RU" dirty="0"/>
          </a:p>
          <a:p>
            <a:r>
              <a:rPr lang="ru-RU" dirty="0"/>
              <a:t>Определение последовательности (</a:t>
            </a:r>
            <a:r>
              <a:rPr lang="en-US" dirty="0"/>
              <a:t>Mix)</a:t>
            </a:r>
            <a:endParaRPr dirty="0"/>
          </a:p>
          <a:p>
            <a:endParaRPr dirty="0"/>
          </a:p>
          <a:p>
            <a:r>
              <a:rPr dirty="0"/>
              <a:t>📊 </a:t>
            </a:r>
            <a:r>
              <a:rPr dirty="0" err="1"/>
              <a:t>Бесплатна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образовательных</a:t>
            </a:r>
            <a:r>
              <a:rPr dirty="0"/>
              <a:t> </a:t>
            </a:r>
            <a:r>
              <a:rPr dirty="0" err="1"/>
              <a:t>целей</a:t>
            </a:r>
            <a:r>
              <a:rPr dirty="0"/>
              <a:t>, </a:t>
            </a:r>
            <a:r>
              <a:rPr dirty="0" err="1"/>
              <a:t>экспорт</a:t>
            </a:r>
            <a:r>
              <a:rPr dirty="0"/>
              <a:t> в HTML, </a:t>
            </a:r>
            <a:r>
              <a:rPr dirty="0" err="1"/>
              <a:t>простое</a:t>
            </a:r>
            <a:r>
              <a:rPr dirty="0"/>
              <a:t> </a:t>
            </a:r>
            <a:r>
              <a:rPr dirty="0" err="1"/>
              <a:t>редактирование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заданий Hot Potatoes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Упражнение «Выбери правильный ответ» — тест с вариантами.</a:t>
            </a:r>
          </a:p>
          <a:p>
            <a:r>
              <a:t>🔹 «Заполни пропуск» — проверка знания терминов.</a:t>
            </a:r>
          </a:p>
          <a:p>
            <a:r>
              <a:t>🔹 «Сопоставь пары» — тренировка ассоциативного мышления.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iSpring — создание электронных курсов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iSpring Suite — профессиональный инструмент для создания курсов и тестов прямо в PowerPoint.</a:t>
            </a:r>
          </a:p>
          <a:p>
            <a:endParaRPr/>
          </a:p>
          <a:p>
            <a:r>
              <a:t>🧩 Возможности:</a:t>
            </a:r>
          </a:p>
          <a:p>
            <a:r>
              <a:t>• Преобразование презентаций в SCORM-курсы</a:t>
            </a:r>
          </a:p>
          <a:p>
            <a:r>
              <a:t>• Создание тестов и опросов</a:t>
            </a:r>
          </a:p>
          <a:p>
            <a:r>
              <a:t>• Добавление видео, аудио, анимации</a:t>
            </a:r>
          </a:p>
          <a:p>
            <a:r>
              <a:t>• Интеграция с Moodle и др.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iSpring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Простота использования</a:t>
            </a:r>
          </a:p>
          <a:p>
            <a:r>
              <a:t>✔ Поддержка интерактивных сценариев</a:t>
            </a:r>
          </a:p>
          <a:p>
            <a:r>
              <a:t>✔ Подходит для дистанционного обучения</a:t>
            </a:r>
          </a:p>
          <a:p>
            <a:r>
              <a:t>✔ Поддержка мобильных устройств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Apps Learn — мобильные обучающие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Apps Learn — это современные мобильные приложения для онлайн-обучения.</a:t>
            </a:r>
          </a:p>
          <a:p>
            <a:endParaRPr/>
          </a:p>
          <a:p>
            <a:r>
              <a:t>📱 Функции:</a:t>
            </a:r>
          </a:p>
          <a:p>
            <a:r>
              <a:t>• Доступ к учебным материалам с телефона</a:t>
            </a:r>
          </a:p>
          <a:p>
            <a:r>
              <a:t>• Интерактивные тесты и карточки</a:t>
            </a:r>
          </a:p>
          <a:p>
            <a:r>
              <a:t>• Геймификация (баллы, уровни, достижения)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популярных Apps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Duolingo — изучение языков в игровой форме</a:t>
            </a:r>
          </a:p>
          <a:p>
            <a:r>
              <a:t>• Quizlet — карточки и тесты для запоминания</a:t>
            </a:r>
          </a:p>
          <a:p>
            <a:r>
              <a:t>• Kahoot! — интерактивные викторины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Сравнительная таблица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 Potatoes — интерактивные задания, экспорт в HTML</a:t>
            </a:r>
          </a:p>
          <a:p>
            <a:endParaRPr/>
          </a:p>
          <a:p>
            <a:r>
              <a:t>iSpring — курсы и тесты в PowerPoint</a:t>
            </a:r>
          </a:p>
          <a:p>
            <a:endParaRPr/>
          </a:p>
          <a:p>
            <a:r>
              <a:t>Apps Learn — мобильные приложения, геймификация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LearningApps.org — интерактивные упражнения онлайн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LearningApps.org — это бесплатная онлайн-платформа для создания, обмена и использования интерактивных учебных упражнений.</a:t>
            </a:r>
          </a:p>
          <a:p>
            <a:endParaRPr/>
          </a:p>
          <a:p>
            <a:r>
              <a:t>🎓 Помогает сделать обучение интересным, наглядным и активным.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🖋 Создание интерактивных заданий (викторины, кроссворды, сопоставления, пазлы и др.)</a:t>
            </a:r>
          </a:p>
          <a:p>
            <a:r>
              <a:t>🌐 Онлайн-доступ без установки программ</a:t>
            </a:r>
          </a:p>
          <a:p>
            <a:r>
              <a:t>💾 Большая библиотека готовых упражнений</a:t>
            </a:r>
          </a:p>
          <a:p>
            <a:r>
              <a:t>🧑‍🏫 Совместное использование и встраивание в Moodle, сайты, блоги</a:t>
            </a:r>
          </a:p>
          <a:p>
            <a:r>
              <a:t>📱 Поддержка компьютеров, планшетов и смартфонов</a:t>
            </a:r>
          </a:p>
          <a:p>
            <a:r>
              <a:t>🌍 Многоязычный интерфейс (русский, английский, узбекский и др.)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Преимущества для учителей и учеников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Повышает мотивацию и вовлечённость учащихся</a:t>
            </a:r>
          </a:p>
          <a:p>
            <a:r>
              <a:t>✔ Проверка знаний в игровой форме</a:t>
            </a:r>
          </a:p>
          <a:p>
            <a:r>
              <a:t>✔ Простота создания тестов без навыков программирования</a:t>
            </a:r>
          </a:p>
          <a:p>
            <a:r>
              <a:t>✔ Современный и интерактивный формат обучения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Примеры типов заданий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Викторина — выбор правильного ответа</a:t>
            </a:r>
          </a:p>
          <a:p>
            <a:r>
              <a:t>🔹 Сопоставление — соединение элементов</a:t>
            </a:r>
          </a:p>
          <a:p>
            <a:r>
              <a:t>🔹 Заполни пропуск — проверка терминов</a:t>
            </a:r>
          </a:p>
          <a:p>
            <a:r>
              <a:t>🔹 Кроссворд — развитие логики и памяти</a:t>
            </a:r>
          </a:p>
          <a:p>
            <a:r>
              <a:t>🔹 Пазл — сборка изображения или текста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Использование LearningApps.org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📘 Зарегистрируйтесь на сайте learningapps.org</a:t>
            </a:r>
          </a:p>
          <a:p>
            <a:r>
              <a:t>🧩 Выберите шаблон упражнения</a:t>
            </a:r>
          </a:p>
          <a:p>
            <a:r>
              <a:t>✏️ Добавьте свои вопросы, изображения и ответы</a:t>
            </a:r>
          </a:p>
          <a:p>
            <a:r>
              <a:t>💡 Поделитесь ссылкой или встроите задание в LMS</a:t>
            </a:r>
          </a:p>
          <a:p>
            <a:endParaRPr/>
          </a:p>
          <a:p>
            <a:r>
              <a:t>✅ Простой и эффективный инструмент для дистанционного и смешанного обучения.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📚 Электронные средства обучения делают процесс:</a:t>
            </a:r>
          </a:p>
          <a:p>
            <a:r>
              <a:t>• Интерактивным</a:t>
            </a:r>
          </a:p>
          <a:p>
            <a:r>
              <a:t>• Гибким</a:t>
            </a:r>
          </a:p>
          <a:p>
            <a:r>
              <a:t>• Мотивирующим</a:t>
            </a:r>
          </a:p>
          <a:p>
            <a:endParaRPr/>
          </a:p>
          <a:p>
            <a:r>
              <a:t>💡 Hot Potatoes, iSpring и Apps Learn — важные инструменты современного образования.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728</Words>
  <Application>Microsoft Office PowerPoint</Application>
  <PresentationFormat>Экран (4:3)</PresentationFormat>
  <Paragraphs>131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Book Antiqua</vt:lpstr>
      <vt:lpstr>Calibri</vt:lpstr>
      <vt:lpstr>Times New Roman</vt:lpstr>
      <vt:lpstr>Office Theme</vt:lpstr>
      <vt:lpstr>Средства электронного обучения</vt:lpstr>
      <vt:lpstr>Что такое электронное обучение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Hot Potatoes — интерактивные задания</vt:lpstr>
      <vt:lpstr>Пример заданий Hot Potatoes</vt:lpstr>
      <vt:lpstr>iSpring — создание электронных курсов</vt:lpstr>
      <vt:lpstr>Преимущества iSpring</vt:lpstr>
      <vt:lpstr>Apps Learn — мобильные обучающие приложения</vt:lpstr>
      <vt:lpstr>Примеры популярных Apps Learn</vt:lpstr>
      <vt:lpstr>Сравнительная таблица</vt:lpstr>
      <vt:lpstr>LearningApps.org — интерактивные упражнения онлайн</vt:lpstr>
      <vt:lpstr>Основные возможности</vt:lpstr>
      <vt:lpstr>Преимущества для учителей и учеников</vt:lpstr>
      <vt:lpstr>Примеры типов заданий</vt:lpstr>
      <vt:lpstr>Использование LearningApps.org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Средства электронного обучения</dc:title>
  <dc:subject/>
  <dc:creator/>
  <cp:keywords/>
  <dc:description>generated using python-pptx</dc:description>
  <cp:lastModifiedBy>Kibriyo</cp:lastModifiedBy>
  <cp:revision>4</cp:revision>
  <dcterms:created xsi:type="dcterms:W3CDTF">2013-01-27T09:14:16Z</dcterms:created>
  <dcterms:modified xsi:type="dcterms:W3CDTF">2025-10-25T09:09:44Z</dcterms:modified>
  <cp:category/>
</cp:coreProperties>
</file>